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4"/>
  </p:notesMasterIdLst>
  <p:sldIdLst>
    <p:sldId id="1400" r:id="rId2"/>
    <p:sldId id="1401" r:id="rId3"/>
    <p:sldId id="1402" r:id="rId4"/>
    <p:sldId id="1403" r:id="rId5"/>
    <p:sldId id="1404" r:id="rId6"/>
    <p:sldId id="1405" r:id="rId7"/>
    <p:sldId id="1406" r:id="rId8"/>
    <p:sldId id="1407" r:id="rId9"/>
    <p:sldId id="1408" r:id="rId10"/>
    <p:sldId id="1409" r:id="rId11"/>
    <p:sldId id="1410" r:id="rId12"/>
    <p:sldId id="141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7360" autoAdjust="0"/>
  </p:normalViewPr>
  <p:slideViewPr>
    <p:cSldViewPr snapToGrid="0">
      <p:cViewPr varScale="1">
        <p:scale>
          <a:sx n="36" d="100"/>
          <a:sy n="36" d="100"/>
        </p:scale>
        <p:origin x="1464" y="38"/>
      </p:cViewPr>
      <p:guideLst/>
    </p:cSldViewPr>
  </p:slideViewPr>
  <p:outlineViewPr>
    <p:cViewPr>
      <p:scale>
        <a:sx n="33" d="100"/>
        <a:sy n="33" d="100"/>
      </p:scale>
      <p:origin x="0" y="-1638"/>
    </p:cViewPr>
  </p:outlineViewPr>
  <p:notesTextViewPr>
    <p:cViewPr>
      <p:scale>
        <a:sx n="75" d="100"/>
        <a:sy n="75" d="100"/>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Agbogidi" userId="e0f5edde3173dd4e" providerId="LiveId" clId="{502729D8-E8FF-4FF0-9DC9-E8882DDD285A}"/>
    <pc:docChg chg="undo custSel addSld delSld modSld modMainMaster">
      <pc:chgData name="Daniel Agbogidi" userId="e0f5edde3173dd4e" providerId="LiveId" clId="{502729D8-E8FF-4FF0-9DC9-E8882DDD285A}" dt="2026-10-06T18:18:50.522" v="2381" actId="931"/>
      <pc:docMkLst>
        <pc:docMk/>
      </pc:docMkLst>
      <pc:sldChg chg="del">
        <pc:chgData name="Daniel Agbogidi" userId="e0f5edde3173dd4e" providerId="LiveId" clId="{502729D8-E8FF-4FF0-9DC9-E8882DDD285A}" dt="2026-10-06T17:51:59.354" v="2354" actId="2696"/>
        <pc:sldMkLst>
          <pc:docMk/>
          <pc:sldMk cId="1510374389" sldId="256"/>
        </pc:sldMkLst>
      </pc:sldChg>
      <pc:sldChg chg="del">
        <pc:chgData name="Daniel Agbogidi" userId="e0f5edde3173dd4e" providerId="LiveId" clId="{502729D8-E8FF-4FF0-9DC9-E8882DDD285A}" dt="2026-10-06T17:51:59.346" v="2351" actId="2696"/>
        <pc:sldMkLst>
          <pc:docMk/>
          <pc:sldMk cId="887451782" sldId="260"/>
        </pc:sldMkLst>
      </pc:sldChg>
      <pc:sldChg chg="del">
        <pc:chgData name="Daniel Agbogidi" userId="e0f5edde3173dd4e" providerId="LiveId" clId="{502729D8-E8FF-4FF0-9DC9-E8882DDD285A}" dt="2026-10-06T17:51:59.324" v="2348" actId="2696"/>
        <pc:sldMkLst>
          <pc:docMk/>
          <pc:sldMk cId="2537843466" sldId="261"/>
        </pc:sldMkLst>
      </pc:sldChg>
      <pc:sldChg chg="del">
        <pc:chgData name="Daniel Agbogidi" userId="e0f5edde3173dd4e" providerId="LiveId" clId="{502729D8-E8FF-4FF0-9DC9-E8882DDD285A}" dt="2026-10-06T17:51:59.324" v="2347" actId="2696"/>
        <pc:sldMkLst>
          <pc:docMk/>
          <pc:sldMk cId="383742959" sldId="263"/>
        </pc:sldMkLst>
      </pc:sldChg>
      <pc:sldChg chg="del">
        <pc:chgData name="Daniel Agbogidi" userId="e0f5edde3173dd4e" providerId="LiveId" clId="{502729D8-E8FF-4FF0-9DC9-E8882DDD285A}" dt="2026-10-06T17:51:59.324" v="2346" actId="2696"/>
        <pc:sldMkLst>
          <pc:docMk/>
          <pc:sldMk cId="3276821471" sldId="265"/>
        </pc:sldMkLst>
      </pc:sldChg>
      <pc:sldChg chg="del">
        <pc:chgData name="Daniel Agbogidi" userId="e0f5edde3173dd4e" providerId="LiveId" clId="{502729D8-E8FF-4FF0-9DC9-E8882DDD285A}" dt="2026-10-06T17:51:59.324" v="2345" actId="2696"/>
        <pc:sldMkLst>
          <pc:docMk/>
          <pc:sldMk cId="1142454762" sldId="266"/>
        </pc:sldMkLst>
      </pc:sldChg>
      <pc:sldChg chg="del">
        <pc:chgData name="Daniel Agbogidi" userId="e0f5edde3173dd4e" providerId="LiveId" clId="{502729D8-E8FF-4FF0-9DC9-E8882DDD285A}" dt="2026-10-06T17:51:59.324" v="2343" actId="2696"/>
        <pc:sldMkLst>
          <pc:docMk/>
          <pc:sldMk cId="3199510261" sldId="268"/>
        </pc:sldMkLst>
      </pc:sldChg>
      <pc:sldChg chg="del">
        <pc:chgData name="Daniel Agbogidi" userId="e0f5edde3173dd4e" providerId="LiveId" clId="{502729D8-E8FF-4FF0-9DC9-E8882DDD285A}" dt="2026-10-06T17:51:59.308" v="2342" actId="2696"/>
        <pc:sldMkLst>
          <pc:docMk/>
          <pc:sldMk cId="2878844333" sldId="269"/>
        </pc:sldMkLst>
      </pc:sldChg>
      <pc:sldChg chg="del">
        <pc:chgData name="Daniel Agbogidi" userId="e0f5edde3173dd4e" providerId="LiveId" clId="{502729D8-E8FF-4FF0-9DC9-E8882DDD285A}" dt="2026-10-06T17:51:59.324" v="2344" actId="2696"/>
        <pc:sldMkLst>
          <pc:docMk/>
          <pc:sldMk cId="735496462" sldId="270"/>
        </pc:sldMkLst>
      </pc:sldChg>
      <pc:sldChg chg="del">
        <pc:chgData name="Daniel Agbogidi" userId="e0f5edde3173dd4e" providerId="LiveId" clId="{502729D8-E8FF-4FF0-9DC9-E8882DDD285A}" dt="2026-10-06T17:51:59.308" v="2339" actId="2696"/>
        <pc:sldMkLst>
          <pc:docMk/>
          <pc:sldMk cId="278066835" sldId="275"/>
        </pc:sldMkLst>
      </pc:sldChg>
      <pc:sldChg chg="del">
        <pc:chgData name="Daniel Agbogidi" userId="e0f5edde3173dd4e" providerId="LiveId" clId="{502729D8-E8FF-4FF0-9DC9-E8882DDD285A}" dt="2026-10-06T17:51:59.352" v="2353" actId="2696"/>
        <pc:sldMkLst>
          <pc:docMk/>
          <pc:sldMk cId="3255928944" sldId="279"/>
        </pc:sldMkLst>
      </pc:sldChg>
      <pc:sldChg chg="del">
        <pc:chgData name="Daniel Agbogidi" userId="e0f5edde3173dd4e" providerId="LiveId" clId="{502729D8-E8FF-4FF0-9DC9-E8882DDD285A}" dt="2026-10-06T17:51:59.308" v="2340" actId="2696"/>
        <pc:sldMkLst>
          <pc:docMk/>
          <pc:sldMk cId="3851744801" sldId="280"/>
        </pc:sldMkLst>
      </pc:sldChg>
      <pc:sldChg chg="del">
        <pc:chgData name="Daniel Agbogidi" userId="e0f5edde3173dd4e" providerId="LiveId" clId="{502729D8-E8FF-4FF0-9DC9-E8882DDD285A}" dt="2026-10-06T17:51:59.324" v="2349" actId="2696"/>
        <pc:sldMkLst>
          <pc:docMk/>
          <pc:sldMk cId="0" sldId="540"/>
        </pc:sldMkLst>
      </pc:sldChg>
      <pc:sldChg chg="del">
        <pc:chgData name="Daniel Agbogidi" userId="e0f5edde3173dd4e" providerId="LiveId" clId="{502729D8-E8FF-4FF0-9DC9-E8882DDD285A}" dt="2026-10-06T17:51:59.342" v="2350" actId="2696"/>
        <pc:sldMkLst>
          <pc:docMk/>
          <pc:sldMk cId="0" sldId="691"/>
        </pc:sldMkLst>
      </pc:sldChg>
      <pc:sldChg chg="del">
        <pc:chgData name="Daniel Agbogidi" userId="e0f5edde3173dd4e" providerId="LiveId" clId="{502729D8-E8FF-4FF0-9DC9-E8882DDD285A}" dt="2026-10-06T17:51:59.348" v="2352" actId="2696"/>
        <pc:sldMkLst>
          <pc:docMk/>
          <pc:sldMk cId="3414124358" sldId="707"/>
        </pc:sldMkLst>
      </pc:sldChg>
      <pc:sldChg chg="del">
        <pc:chgData name="Daniel Agbogidi" userId="e0f5edde3173dd4e" providerId="LiveId" clId="{502729D8-E8FF-4FF0-9DC9-E8882DDD285A}" dt="2026-10-06T17:51:59.308" v="2337" actId="2696"/>
        <pc:sldMkLst>
          <pc:docMk/>
          <pc:sldMk cId="1679034858" sldId="721"/>
        </pc:sldMkLst>
      </pc:sldChg>
      <pc:sldChg chg="del">
        <pc:chgData name="Daniel Agbogidi" userId="e0f5edde3173dd4e" providerId="LiveId" clId="{502729D8-E8FF-4FF0-9DC9-E8882DDD285A}" dt="2026-10-06T17:51:59.308" v="2341" actId="2696"/>
        <pc:sldMkLst>
          <pc:docMk/>
          <pc:sldMk cId="2509350770" sldId="725"/>
        </pc:sldMkLst>
      </pc:sldChg>
      <pc:sldChg chg="del">
        <pc:chgData name="Daniel Agbogidi" userId="e0f5edde3173dd4e" providerId="LiveId" clId="{502729D8-E8FF-4FF0-9DC9-E8882DDD285A}" dt="2026-10-06T17:51:59.308" v="2338" actId="2696"/>
        <pc:sldMkLst>
          <pc:docMk/>
          <pc:sldMk cId="3392695437" sldId="1399"/>
        </pc:sldMkLst>
      </pc:sldChg>
      <pc:sldChg chg="addSp modSp add mod modNotes">
        <pc:chgData name="Daniel Agbogidi" userId="e0f5edde3173dd4e" providerId="LiveId" clId="{502729D8-E8FF-4FF0-9DC9-E8882DDD285A}" dt="2026-10-06T17:51:56.284" v="209" actId="20577"/>
        <pc:sldMkLst>
          <pc:docMk/>
          <pc:sldMk cId="289861729" sldId="1400"/>
        </pc:sldMkLst>
        <pc:spChg chg="add mod">
          <ac:chgData name="Daniel Agbogidi" userId="e0f5edde3173dd4e" providerId="LiveId" clId="{502729D8-E8FF-4FF0-9DC9-E8882DDD285A}" dt="2026-10-06T17:51:56.076" v="118"/>
          <ac:spMkLst>
            <pc:docMk/>
            <pc:sldMk cId="289861729" sldId="1400"/>
            <ac:spMk id="4" creationId="{7567D5D8-1B12-28BB-DDC7-782FEB921333}"/>
          </ac:spMkLst>
        </pc:spChg>
        <pc:spChg chg="add mod">
          <ac:chgData name="Daniel Agbogidi" userId="e0f5edde3173dd4e" providerId="LiveId" clId="{502729D8-E8FF-4FF0-9DC9-E8882DDD285A}" dt="2026-10-06T17:51:56.158" v="140" actId="947"/>
          <ac:spMkLst>
            <pc:docMk/>
            <pc:sldMk cId="289861729" sldId="1400"/>
            <ac:spMk id="5" creationId="{FAFD36D3-0BC4-6164-BC45-3DB80BE44513}"/>
          </ac:spMkLst>
        </pc:spChg>
        <pc:spChg chg="add mod">
          <ac:chgData name="Daniel Agbogidi" userId="e0f5edde3173dd4e" providerId="LiveId" clId="{502729D8-E8FF-4FF0-9DC9-E8882DDD285A}" dt="2026-10-06T17:51:56.181" v="161" actId="948"/>
          <ac:spMkLst>
            <pc:docMk/>
            <pc:sldMk cId="289861729" sldId="1400"/>
            <ac:spMk id="6" creationId="{62C77C32-4AC8-5DFE-4980-E9CD63BB6B20}"/>
          </ac:spMkLst>
        </pc:spChg>
        <pc:spChg chg="add mod">
          <ac:chgData name="Daniel Agbogidi" userId="e0f5edde3173dd4e" providerId="LiveId" clId="{502729D8-E8FF-4FF0-9DC9-E8882DDD285A}" dt="2026-10-06T17:51:56.196" v="182" actId="948"/>
          <ac:spMkLst>
            <pc:docMk/>
            <pc:sldMk cId="289861729" sldId="1400"/>
            <ac:spMk id="7" creationId="{0B695530-E5E6-2B19-A04B-A180F4283208}"/>
          </ac:spMkLst>
        </pc:spChg>
        <pc:spChg chg="add mod">
          <ac:chgData name="Daniel Agbogidi" userId="e0f5edde3173dd4e" providerId="LiveId" clId="{502729D8-E8FF-4FF0-9DC9-E8882DDD285A}" dt="2026-10-06T17:51:56.256" v="208" actId="948"/>
          <ac:spMkLst>
            <pc:docMk/>
            <pc:sldMk cId="289861729" sldId="1400"/>
            <ac:spMk id="8" creationId="{89055C8F-D1B6-8AFF-D1C0-771CA5C72D61}"/>
          </ac:spMkLst>
        </pc:spChg>
        <pc:picChg chg="add mod">
          <ac:chgData name="Daniel Agbogidi" userId="e0f5edde3173dd4e" providerId="LiveId" clId="{502729D8-E8FF-4FF0-9DC9-E8882DDD285A}" dt="2026-10-06T17:51:56.052" v="113"/>
          <ac:picMkLst>
            <pc:docMk/>
            <pc:sldMk cId="289861729" sldId="1400"/>
            <ac:picMk id="3" creationId="{F8127956-9A72-D7F3-C062-89E852CC5949}"/>
          </ac:picMkLst>
        </pc:picChg>
      </pc:sldChg>
      <pc:sldChg chg="addSp modSp add mod modNotes">
        <pc:chgData name="Daniel Agbogidi" userId="e0f5edde3173dd4e" providerId="LiveId" clId="{502729D8-E8FF-4FF0-9DC9-E8882DDD285A}" dt="2026-10-06T17:51:56.691" v="361" actId="20577"/>
        <pc:sldMkLst>
          <pc:docMk/>
          <pc:sldMk cId="2719523131" sldId="1401"/>
        </pc:sldMkLst>
        <pc:spChg chg="mod">
          <ac:chgData name="Daniel Agbogidi" userId="e0f5edde3173dd4e" providerId="LiveId" clId="{502729D8-E8FF-4FF0-9DC9-E8882DDD285A}" dt="2026-10-06T17:51:56.300" v="211" actId="20577"/>
          <ac:spMkLst>
            <pc:docMk/>
            <pc:sldMk cId="2719523131" sldId="1401"/>
            <ac:spMk id="2" creationId="{19D1FFA6-D817-CBCD-5ED6-90A5006BCE3E}"/>
          </ac:spMkLst>
        </pc:spChg>
        <pc:spChg chg="add mod">
          <ac:chgData name="Daniel Agbogidi" userId="e0f5edde3173dd4e" providerId="LiveId" clId="{502729D8-E8FF-4FF0-9DC9-E8882DDD285A}" dt="2026-10-06T17:51:56.397" v="222"/>
          <ac:spMkLst>
            <pc:docMk/>
            <pc:sldMk cId="2719523131" sldId="1401"/>
            <ac:spMk id="3" creationId="{4E8EAACB-B23C-AB91-5BA4-3B8857A3D1C1}"/>
          </ac:spMkLst>
        </pc:spChg>
        <pc:spChg chg="add mod">
          <ac:chgData name="Daniel Agbogidi" userId="e0f5edde3173dd4e" providerId="LiveId" clId="{502729D8-E8FF-4FF0-9DC9-E8882DDD285A}" dt="2026-10-06T17:51:56.452" v="236"/>
          <ac:spMkLst>
            <pc:docMk/>
            <pc:sldMk cId="2719523131" sldId="1401"/>
            <ac:spMk id="4" creationId="{FE2F58E6-C76C-2A57-7EEF-0EBD23754DB9}"/>
          </ac:spMkLst>
        </pc:spChg>
        <pc:spChg chg="add mod">
          <ac:chgData name="Daniel Agbogidi" userId="e0f5edde3173dd4e" providerId="LiveId" clId="{502729D8-E8FF-4FF0-9DC9-E8882DDD285A}" dt="2026-10-06T17:51:56.491" v="262" actId="948"/>
          <ac:spMkLst>
            <pc:docMk/>
            <pc:sldMk cId="2719523131" sldId="1401"/>
            <ac:spMk id="5" creationId="{0DD0E3B3-09D6-B6B7-7620-2CEB21FBB3AC}"/>
          </ac:spMkLst>
        </pc:spChg>
        <pc:spChg chg="add mod">
          <ac:chgData name="Daniel Agbogidi" userId="e0f5edde3173dd4e" providerId="LiveId" clId="{502729D8-E8FF-4FF0-9DC9-E8882DDD285A}" dt="2026-10-06T17:51:56.505" v="273"/>
          <ac:spMkLst>
            <pc:docMk/>
            <pc:sldMk cId="2719523131" sldId="1401"/>
            <ac:spMk id="6" creationId="{6CE02C2E-8059-F47E-3FCA-BBDD966A32B4}"/>
          </ac:spMkLst>
        </pc:spChg>
        <pc:spChg chg="add mod">
          <ac:chgData name="Daniel Agbogidi" userId="e0f5edde3173dd4e" providerId="LiveId" clId="{502729D8-E8FF-4FF0-9DC9-E8882DDD285A}" dt="2026-10-06T17:51:56.525" v="287"/>
          <ac:spMkLst>
            <pc:docMk/>
            <pc:sldMk cId="2719523131" sldId="1401"/>
            <ac:spMk id="7" creationId="{31DE2D31-2AD7-D43A-020E-D231E9A8760E}"/>
          </ac:spMkLst>
        </pc:spChg>
        <pc:spChg chg="add mod">
          <ac:chgData name="Daniel Agbogidi" userId="e0f5edde3173dd4e" providerId="LiveId" clId="{502729D8-E8FF-4FF0-9DC9-E8882DDD285A}" dt="2026-10-06T17:51:56.566" v="313" actId="948"/>
          <ac:spMkLst>
            <pc:docMk/>
            <pc:sldMk cId="2719523131" sldId="1401"/>
            <ac:spMk id="8" creationId="{B361E7A3-941F-FB00-862E-A2A13014E55C}"/>
          </ac:spMkLst>
        </pc:spChg>
        <pc:spChg chg="add mod">
          <ac:chgData name="Daniel Agbogidi" userId="e0f5edde3173dd4e" providerId="LiveId" clId="{502729D8-E8FF-4FF0-9DC9-E8882DDD285A}" dt="2026-10-06T17:51:56.575" v="318"/>
          <ac:spMkLst>
            <pc:docMk/>
            <pc:sldMk cId="2719523131" sldId="1401"/>
            <ac:spMk id="9" creationId="{1EFAF347-8EFE-8306-5970-2F9A34BD10E9}"/>
          </ac:spMkLst>
        </pc:spChg>
        <pc:spChg chg="add mod">
          <ac:chgData name="Daniel Agbogidi" userId="e0f5edde3173dd4e" providerId="LiveId" clId="{502729D8-E8FF-4FF0-9DC9-E8882DDD285A}" dt="2026-10-06T17:51:56.598" v="339" actId="948"/>
          <ac:spMkLst>
            <pc:docMk/>
            <pc:sldMk cId="2719523131" sldId="1401"/>
            <ac:spMk id="10" creationId="{64504134-44CE-BCDC-A1B0-79BC82046EFD}"/>
          </ac:spMkLst>
        </pc:spChg>
        <pc:spChg chg="add mod">
          <ac:chgData name="Daniel Agbogidi" userId="e0f5edde3173dd4e" providerId="LiveId" clId="{502729D8-E8FF-4FF0-9DC9-E8882DDD285A}" dt="2026-10-06T17:51:56.681" v="360" actId="948"/>
          <ac:spMkLst>
            <pc:docMk/>
            <pc:sldMk cId="2719523131" sldId="1401"/>
            <ac:spMk id="11" creationId="{396A6682-027B-D3C2-A818-B2B63E584F40}"/>
          </ac:spMkLst>
        </pc:spChg>
      </pc:sldChg>
      <pc:sldChg chg="addSp delSp modSp add mod modNotes">
        <pc:chgData name="Daniel Agbogidi" userId="e0f5edde3173dd4e" providerId="LiveId" clId="{502729D8-E8FF-4FF0-9DC9-E8882DDD285A}" dt="2026-10-06T18:05:50.060" v="2378" actId="931"/>
        <pc:sldMkLst>
          <pc:docMk/>
          <pc:sldMk cId="3162788929" sldId="1402"/>
        </pc:sldMkLst>
        <pc:spChg chg="mod">
          <ac:chgData name="Daniel Agbogidi" userId="e0f5edde3173dd4e" providerId="LiveId" clId="{502729D8-E8FF-4FF0-9DC9-E8882DDD285A}" dt="2026-10-06T17:51:56.691" v="363" actId="20577"/>
          <ac:spMkLst>
            <pc:docMk/>
            <pc:sldMk cId="3162788929" sldId="1402"/>
            <ac:spMk id="2" creationId="{9F3026E3-5D2D-13BE-BDD1-E922E3738A82}"/>
          </ac:spMkLst>
        </pc:spChg>
        <pc:spChg chg="del">
          <ac:chgData name="Daniel Agbogidi" userId="e0f5edde3173dd4e" providerId="LiveId" clId="{502729D8-E8FF-4FF0-9DC9-E8882DDD285A}" dt="2026-10-06T18:05:50.060" v="2378" actId="931"/>
          <ac:spMkLst>
            <pc:docMk/>
            <pc:sldMk cId="3162788929" sldId="1402"/>
            <ac:spMk id="3" creationId="{521416D2-B500-1A2C-329B-DBFB30DBF8B3}"/>
          </ac:spMkLst>
        </pc:spChg>
        <pc:spChg chg="add mod">
          <ac:chgData name="Daniel Agbogidi" userId="e0f5edde3173dd4e" providerId="LiveId" clId="{502729D8-E8FF-4FF0-9DC9-E8882DDD285A}" dt="2026-10-06T17:51:56.707" v="374"/>
          <ac:spMkLst>
            <pc:docMk/>
            <pc:sldMk cId="3162788929" sldId="1402"/>
            <ac:spMk id="4" creationId="{64C91343-61F3-5C86-C74E-BC54E085AFBC}"/>
          </ac:spMkLst>
        </pc:spChg>
        <pc:spChg chg="add mod">
          <ac:chgData name="Daniel Agbogidi" userId="e0f5edde3173dd4e" providerId="LiveId" clId="{502729D8-E8FF-4FF0-9DC9-E8882DDD285A}" dt="2026-10-06T17:51:56.723" v="388"/>
          <ac:spMkLst>
            <pc:docMk/>
            <pc:sldMk cId="3162788929" sldId="1402"/>
            <ac:spMk id="5" creationId="{42D8BC1C-0D0F-2A89-CBE6-F1572504E787}"/>
          </ac:spMkLst>
        </pc:spChg>
        <pc:spChg chg="add mod">
          <ac:chgData name="Daniel Agbogidi" userId="e0f5edde3173dd4e" providerId="LiveId" clId="{502729D8-E8FF-4FF0-9DC9-E8882DDD285A}" dt="2026-10-06T17:51:56.758" v="414" actId="948"/>
          <ac:spMkLst>
            <pc:docMk/>
            <pc:sldMk cId="3162788929" sldId="1402"/>
            <ac:spMk id="6" creationId="{AF7D5919-2145-1DD4-2028-4703E552F831}"/>
          </ac:spMkLst>
        </pc:spChg>
        <pc:spChg chg="add mod">
          <ac:chgData name="Daniel Agbogidi" userId="e0f5edde3173dd4e" providerId="LiveId" clId="{502729D8-E8FF-4FF0-9DC9-E8882DDD285A}" dt="2026-10-06T17:51:56.775" v="425"/>
          <ac:spMkLst>
            <pc:docMk/>
            <pc:sldMk cId="3162788929" sldId="1402"/>
            <ac:spMk id="7" creationId="{737AADE9-F65A-2779-0469-BA6C8598F6B8}"/>
          </ac:spMkLst>
        </pc:spChg>
        <pc:spChg chg="add mod">
          <ac:chgData name="Daniel Agbogidi" userId="e0f5edde3173dd4e" providerId="LiveId" clId="{502729D8-E8FF-4FF0-9DC9-E8882DDD285A}" dt="2026-10-06T17:51:56.786" v="439"/>
          <ac:spMkLst>
            <pc:docMk/>
            <pc:sldMk cId="3162788929" sldId="1402"/>
            <ac:spMk id="8" creationId="{767A99DC-B988-F728-B11D-C3426395AD83}"/>
          </ac:spMkLst>
        </pc:spChg>
        <pc:spChg chg="add mod">
          <ac:chgData name="Daniel Agbogidi" userId="e0f5edde3173dd4e" providerId="LiveId" clId="{502729D8-E8FF-4FF0-9DC9-E8882DDD285A}" dt="2026-10-06T17:51:56.828" v="465" actId="948"/>
          <ac:spMkLst>
            <pc:docMk/>
            <pc:sldMk cId="3162788929" sldId="1402"/>
            <ac:spMk id="9" creationId="{2DC24BEC-55F0-FD9A-3C32-0F6DDF236A83}"/>
          </ac:spMkLst>
        </pc:spChg>
        <pc:picChg chg="add mod ord">
          <ac:chgData name="Daniel Agbogidi" userId="e0f5edde3173dd4e" providerId="LiveId" clId="{502729D8-E8FF-4FF0-9DC9-E8882DDD285A}" dt="2026-10-06T18:05:50.060" v="2378" actId="931"/>
          <ac:picMkLst>
            <pc:docMk/>
            <pc:sldMk cId="3162788929" sldId="1402"/>
            <ac:picMk id="11" creationId="{A71E46C5-B796-D3A1-7ACE-C599CA144B6C}"/>
          </ac:picMkLst>
        </pc:picChg>
      </pc:sldChg>
      <pc:sldChg chg="addSp modSp add mod modNotes">
        <pc:chgData name="Daniel Agbogidi" userId="e0f5edde3173dd4e" providerId="LiveId" clId="{502729D8-E8FF-4FF0-9DC9-E8882DDD285A}" dt="2026-10-06T17:51:56.999" v="580" actId="20577"/>
        <pc:sldMkLst>
          <pc:docMk/>
          <pc:sldMk cId="1421423544" sldId="1403"/>
        </pc:sldMkLst>
        <pc:spChg chg="mod">
          <ac:chgData name="Daniel Agbogidi" userId="e0f5edde3173dd4e" providerId="LiveId" clId="{502729D8-E8FF-4FF0-9DC9-E8882DDD285A}" dt="2026-10-06T17:51:56.843" v="468" actId="20577"/>
          <ac:spMkLst>
            <pc:docMk/>
            <pc:sldMk cId="1421423544" sldId="1403"/>
            <ac:spMk id="2" creationId="{0BE5F11F-E306-8E13-3FE0-11B7AE1CE9F3}"/>
          </ac:spMkLst>
        </pc:spChg>
        <pc:spChg chg="add mod">
          <ac:chgData name="Daniel Agbogidi" userId="e0f5edde3173dd4e" providerId="LiveId" clId="{502729D8-E8FF-4FF0-9DC9-E8882DDD285A}" dt="2026-10-06T17:51:56.856" v="479"/>
          <ac:spMkLst>
            <pc:docMk/>
            <pc:sldMk cId="1421423544" sldId="1403"/>
            <ac:spMk id="3" creationId="{E1A4B640-60C1-3047-947F-710B29019930}"/>
          </ac:spMkLst>
        </pc:spChg>
        <pc:spChg chg="add mod">
          <ac:chgData name="Daniel Agbogidi" userId="e0f5edde3173dd4e" providerId="LiveId" clId="{502729D8-E8FF-4FF0-9DC9-E8882DDD285A}" dt="2026-10-06T17:51:56.897" v="505" actId="948"/>
          <ac:spMkLst>
            <pc:docMk/>
            <pc:sldMk cId="1421423544" sldId="1403"/>
            <ac:spMk id="4" creationId="{976CAFC4-536E-9B4B-F150-1D913640FEE4}"/>
          </ac:spMkLst>
        </pc:spChg>
        <pc:spChg chg="add mod">
          <ac:chgData name="Daniel Agbogidi" userId="e0f5edde3173dd4e" providerId="LiveId" clId="{502729D8-E8FF-4FF0-9DC9-E8882DDD285A}" dt="2026-10-06T17:51:56.912" v="516"/>
          <ac:spMkLst>
            <pc:docMk/>
            <pc:sldMk cId="1421423544" sldId="1403"/>
            <ac:spMk id="5" creationId="{92DA464B-D89E-86AE-7D28-CA56436382DC}"/>
          </ac:spMkLst>
        </pc:spChg>
        <pc:spChg chg="add mod">
          <ac:chgData name="Daniel Agbogidi" userId="e0f5edde3173dd4e" providerId="LiveId" clId="{502729D8-E8FF-4FF0-9DC9-E8882DDD285A}" dt="2026-10-06T17:51:56.944" v="542" actId="948"/>
          <ac:spMkLst>
            <pc:docMk/>
            <pc:sldMk cId="1421423544" sldId="1403"/>
            <ac:spMk id="6" creationId="{31B3F323-BDFF-1975-3248-0895B33CD9F8}"/>
          </ac:spMkLst>
        </pc:spChg>
        <pc:spChg chg="add mod">
          <ac:chgData name="Daniel Agbogidi" userId="e0f5edde3173dd4e" providerId="LiveId" clId="{502729D8-E8FF-4FF0-9DC9-E8882DDD285A}" dt="2026-10-06T17:51:56.960" v="553"/>
          <ac:spMkLst>
            <pc:docMk/>
            <pc:sldMk cId="1421423544" sldId="1403"/>
            <ac:spMk id="7" creationId="{5C91C656-108A-9074-CC84-EA6E8795102D}"/>
          </ac:spMkLst>
        </pc:spChg>
        <pc:spChg chg="add mod">
          <ac:chgData name="Daniel Agbogidi" userId="e0f5edde3173dd4e" providerId="LiveId" clId="{502729D8-E8FF-4FF0-9DC9-E8882DDD285A}" dt="2026-10-06T17:51:56.993" v="579" actId="948"/>
          <ac:spMkLst>
            <pc:docMk/>
            <pc:sldMk cId="1421423544" sldId="1403"/>
            <ac:spMk id="8" creationId="{D519B350-FFC6-EE16-F936-B32F05D12E72}"/>
          </ac:spMkLst>
        </pc:spChg>
      </pc:sldChg>
      <pc:sldChg chg="addSp delSp modSp add mod modNotes">
        <pc:chgData name="Daniel Agbogidi" userId="e0f5edde3173dd4e" providerId="LiveId" clId="{502729D8-E8FF-4FF0-9DC9-E8882DDD285A}" dt="2026-10-06T18:06:19.070" v="2379" actId="931"/>
        <pc:sldMkLst>
          <pc:docMk/>
          <pc:sldMk cId="24042839" sldId="1404"/>
        </pc:sldMkLst>
        <pc:spChg chg="mod">
          <ac:chgData name="Daniel Agbogidi" userId="e0f5edde3173dd4e" providerId="LiveId" clId="{502729D8-E8FF-4FF0-9DC9-E8882DDD285A}" dt="2026-10-06T17:51:57.001" v="582" actId="20577"/>
          <ac:spMkLst>
            <pc:docMk/>
            <pc:sldMk cId="24042839" sldId="1404"/>
            <ac:spMk id="2" creationId="{505CF671-92E9-0306-C0EE-AFFAFE93F0A2}"/>
          </ac:spMkLst>
        </pc:spChg>
        <pc:spChg chg="del">
          <ac:chgData name="Daniel Agbogidi" userId="e0f5edde3173dd4e" providerId="LiveId" clId="{502729D8-E8FF-4FF0-9DC9-E8882DDD285A}" dt="2026-10-06T18:06:19.070" v="2379" actId="931"/>
          <ac:spMkLst>
            <pc:docMk/>
            <pc:sldMk cId="24042839" sldId="1404"/>
            <ac:spMk id="3" creationId="{CB46BADC-B3E9-D03A-362A-27B18D415BA2}"/>
          </ac:spMkLst>
        </pc:spChg>
        <pc:spChg chg="add mod">
          <ac:chgData name="Daniel Agbogidi" userId="e0f5edde3173dd4e" providerId="LiveId" clId="{502729D8-E8FF-4FF0-9DC9-E8882DDD285A}" dt="2026-10-06T17:51:57.013" v="587"/>
          <ac:spMkLst>
            <pc:docMk/>
            <pc:sldMk cId="24042839" sldId="1404"/>
            <ac:spMk id="4" creationId="{D47F6E78-FE86-7F2D-FE66-86C85AF6C9D2}"/>
          </ac:spMkLst>
        </pc:spChg>
        <pc:spChg chg="add mod">
          <ac:chgData name="Daniel Agbogidi" userId="e0f5edde3173dd4e" providerId="LiveId" clId="{502729D8-E8FF-4FF0-9DC9-E8882DDD285A}" dt="2026-10-06T17:51:57.028" v="611" actId="947"/>
          <ac:spMkLst>
            <pc:docMk/>
            <pc:sldMk cId="24042839" sldId="1404"/>
            <ac:spMk id="5" creationId="{EEFFE5CB-D11C-16A6-87FD-2782F9018AB4}"/>
          </ac:spMkLst>
        </pc:spChg>
        <pc:spChg chg="add mod">
          <ac:chgData name="Daniel Agbogidi" userId="e0f5edde3173dd4e" providerId="LiveId" clId="{502729D8-E8FF-4FF0-9DC9-E8882DDD285A}" dt="2026-10-06T17:51:57.061" v="632" actId="948"/>
          <ac:spMkLst>
            <pc:docMk/>
            <pc:sldMk cId="24042839" sldId="1404"/>
            <ac:spMk id="6" creationId="{4AB9EBD9-3C8C-B576-BC50-04CB4C3720A1}"/>
          </ac:spMkLst>
        </pc:spChg>
        <pc:spChg chg="add mod">
          <ac:chgData name="Daniel Agbogidi" userId="e0f5edde3173dd4e" providerId="LiveId" clId="{502729D8-E8FF-4FF0-9DC9-E8882DDD285A}" dt="2026-10-06T17:51:57.074" v="643"/>
          <ac:spMkLst>
            <pc:docMk/>
            <pc:sldMk cId="24042839" sldId="1404"/>
            <ac:spMk id="7" creationId="{F6B41FB1-A29D-2E39-B86A-EDF39219B842}"/>
          </ac:spMkLst>
        </pc:spChg>
        <pc:spChg chg="add mod">
          <ac:chgData name="Daniel Agbogidi" userId="e0f5edde3173dd4e" providerId="LiveId" clId="{502729D8-E8FF-4FF0-9DC9-E8882DDD285A}" dt="2026-10-06T17:51:57.105" v="667" actId="947"/>
          <ac:spMkLst>
            <pc:docMk/>
            <pc:sldMk cId="24042839" sldId="1404"/>
            <ac:spMk id="8" creationId="{26B9E298-3BC3-303F-E27D-D4332D1EC183}"/>
          </ac:spMkLst>
        </pc:spChg>
        <pc:spChg chg="add mod">
          <ac:chgData name="Daniel Agbogidi" userId="e0f5edde3173dd4e" providerId="LiveId" clId="{502729D8-E8FF-4FF0-9DC9-E8882DDD285A}" dt="2026-10-06T17:51:57.117" v="678"/>
          <ac:spMkLst>
            <pc:docMk/>
            <pc:sldMk cId="24042839" sldId="1404"/>
            <ac:spMk id="9" creationId="{921A9049-50B8-2CB7-B1D2-12880E767B70}"/>
          </ac:spMkLst>
        </pc:spChg>
        <pc:spChg chg="add mod">
          <ac:chgData name="Daniel Agbogidi" userId="e0f5edde3173dd4e" providerId="LiveId" clId="{502729D8-E8FF-4FF0-9DC9-E8882DDD285A}" dt="2026-10-06T17:51:57.144" v="702" actId="947"/>
          <ac:spMkLst>
            <pc:docMk/>
            <pc:sldMk cId="24042839" sldId="1404"/>
            <ac:spMk id="10" creationId="{6100E25E-8F5B-3D34-DA5D-847D211500B7}"/>
          </ac:spMkLst>
        </pc:spChg>
        <pc:spChg chg="add mod">
          <ac:chgData name="Daniel Agbogidi" userId="e0f5edde3173dd4e" providerId="LiveId" clId="{502729D8-E8FF-4FF0-9DC9-E8882DDD285A}" dt="2026-10-06T17:51:57.144" v="713"/>
          <ac:spMkLst>
            <pc:docMk/>
            <pc:sldMk cId="24042839" sldId="1404"/>
            <ac:spMk id="11" creationId="{50DF75B1-5F55-D78C-99ED-CED3F73842CB}"/>
          </ac:spMkLst>
        </pc:spChg>
        <pc:spChg chg="add mod">
          <ac:chgData name="Daniel Agbogidi" userId="e0f5edde3173dd4e" providerId="LiveId" clId="{502729D8-E8FF-4FF0-9DC9-E8882DDD285A}" dt="2026-10-06T17:51:57.181" v="737" actId="947"/>
          <ac:spMkLst>
            <pc:docMk/>
            <pc:sldMk cId="24042839" sldId="1404"/>
            <ac:spMk id="12" creationId="{F2BB7A27-2A0B-0482-0162-5EF3AED7FB0A}"/>
          </ac:spMkLst>
        </pc:spChg>
        <pc:picChg chg="add mod ord">
          <ac:chgData name="Daniel Agbogidi" userId="e0f5edde3173dd4e" providerId="LiveId" clId="{502729D8-E8FF-4FF0-9DC9-E8882DDD285A}" dt="2026-10-06T18:06:19.070" v="2379" actId="931"/>
          <ac:picMkLst>
            <pc:docMk/>
            <pc:sldMk cId="24042839" sldId="1404"/>
            <ac:picMk id="14" creationId="{50C0E581-93C3-4577-AD6D-E59E73D19655}"/>
          </ac:picMkLst>
        </pc:picChg>
      </pc:sldChg>
      <pc:sldChg chg="addSp delSp modSp add mod modNotes">
        <pc:chgData name="Daniel Agbogidi" userId="e0f5edde3173dd4e" providerId="LiveId" clId="{502729D8-E8FF-4FF0-9DC9-E8882DDD285A}" dt="2026-10-06T18:04:56.360" v="2377" actId="931"/>
        <pc:sldMkLst>
          <pc:docMk/>
          <pc:sldMk cId="1550535838" sldId="1405"/>
        </pc:sldMkLst>
        <pc:spChg chg="mod">
          <ac:chgData name="Daniel Agbogidi" userId="e0f5edde3173dd4e" providerId="LiveId" clId="{502729D8-E8FF-4FF0-9DC9-E8882DDD285A}" dt="2026-10-06T17:51:57.198" v="740" actId="20577"/>
          <ac:spMkLst>
            <pc:docMk/>
            <pc:sldMk cId="1550535838" sldId="1405"/>
            <ac:spMk id="2" creationId="{B38F564E-F65B-D471-79AE-E31F31EC9A96}"/>
          </ac:spMkLst>
        </pc:spChg>
        <pc:spChg chg="add del">
          <ac:chgData name="Daniel Agbogidi" userId="e0f5edde3173dd4e" providerId="LiveId" clId="{502729D8-E8FF-4FF0-9DC9-E8882DDD285A}" dt="2026-10-06T18:04:56.360" v="2377" actId="931"/>
          <ac:spMkLst>
            <pc:docMk/>
            <pc:sldMk cId="1550535838" sldId="1405"/>
            <ac:spMk id="3" creationId="{9A308658-FB12-F160-7A38-40A5C7B09497}"/>
          </ac:spMkLst>
        </pc:spChg>
        <pc:spChg chg="add mod">
          <ac:chgData name="Daniel Agbogidi" userId="e0f5edde3173dd4e" providerId="LiveId" clId="{502729D8-E8FF-4FF0-9DC9-E8882DDD285A}" dt="2026-10-06T17:51:57.217" v="761" actId="948"/>
          <ac:spMkLst>
            <pc:docMk/>
            <pc:sldMk cId="1550535838" sldId="1405"/>
            <ac:spMk id="4" creationId="{66CEE357-6A77-04FB-852C-EB4771AC7A58}"/>
          </ac:spMkLst>
        </pc:spChg>
        <pc:spChg chg="add mod">
          <ac:chgData name="Daniel Agbogidi" userId="e0f5edde3173dd4e" providerId="LiveId" clId="{502729D8-E8FF-4FF0-9DC9-E8882DDD285A}" dt="2026-10-06T17:51:57.225" v="766"/>
          <ac:spMkLst>
            <pc:docMk/>
            <pc:sldMk cId="1550535838" sldId="1405"/>
            <ac:spMk id="5" creationId="{409E287E-97C1-6663-83D5-24E2591EC022}"/>
          </ac:spMkLst>
        </pc:spChg>
        <pc:spChg chg="add mod">
          <ac:chgData name="Daniel Agbogidi" userId="e0f5edde3173dd4e" providerId="LiveId" clId="{502729D8-E8FF-4FF0-9DC9-E8882DDD285A}" dt="2026-10-06T17:51:57.229" v="780"/>
          <ac:spMkLst>
            <pc:docMk/>
            <pc:sldMk cId="1550535838" sldId="1405"/>
            <ac:spMk id="6" creationId="{EC7CEC96-EA70-8ABB-74BC-B41DE997483C}"/>
          </ac:spMkLst>
        </pc:spChg>
        <pc:spChg chg="add mod">
          <ac:chgData name="Daniel Agbogidi" userId="e0f5edde3173dd4e" providerId="LiveId" clId="{502729D8-E8FF-4FF0-9DC9-E8882DDD285A}" dt="2026-10-06T17:51:57.260" v="804" actId="947"/>
          <ac:spMkLst>
            <pc:docMk/>
            <pc:sldMk cId="1550535838" sldId="1405"/>
            <ac:spMk id="7" creationId="{7866ED79-126F-9F6D-0EBC-C68A35BA11A1}"/>
          </ac:spMkLst>
        </pc:spChg>
        <pc:spChg chg="add mod">
          <ac:chgData name="Daniel Agbogidi" userId="e0f5edde3173dd4e" providerId="LiveId" clId="{502729D8-E8FF-4FF0-9DC9-E8882DDD285A}" dt="2026-10-06T17:51:57.276" v="809"/>
          <ac:spMkLst>
            <pc:docMk/>
            <pc:sldMk cId="1550535838" sldId="1405"/>
            <ac:spMk id="8" creationId="{2E0DA3DC-A0EB-FC8F-FAE6-827C60C848F3}"/>
          </ac:spMkLst>
        </pc:spChg>
        <pc:spChg chg="add mod">
          <ac:chgData name="Daniel Agbogidi" userId="e0f5edde3173dd4e" providerId="LiveId" clId="{502729D8-E8FF-4FF0-9DC9-E8882DDD285A}" dt="2026-10-06T17:51:57.292" v="823"/>
          <ac:spMkLst>
            <pc:docMk/>
            <pc:sldMk cId="1550535838" sldId="1405"/>
            <ac:spMk id="9" creationId="{E8F5BEF6-5305-B507-6556-AA885FA170EB}"/>
          </ac:spMkLst>
        </pc:spChg>
        <pc:spChg chg="add mod">
          <ac:chgData name="Daniel Agbogidi" userId="e0f5edde3173dd4e" providerId="LiveId" clId="{502729D8-E8FF-4FF0-9DC9-E8882DDD285A}" dt="2026-10-06T17:51:57.322" v="847" actId="947"/>
          <ac:spMkLst>
            <pc:docMk/>
            <pc:sldMk cId="1550535838" sldId="1405"/>
            <ac:spMk id="10" creationId="{3E69C4CE-B64B-839D-8D7B-8D1D8BF338B0}"/>
          </ac:spMkLst>
        </pc:spChg>
        <pc:spChg chg="add mod">
          <ac:chgData name="Daniel Agbogidi" userId="e0f5edde3173dd4e" providerId="LiveId" clId="{502729D8-E8FF-4FF0-9DC9-E8882DDD285A}" dt="2026-10-06T17:51:57.332" v="852"/>
          <ac:spMkLst>
            <pc:docMk/>
            <pc:sldMk cId="1550535838" sldId="1405"/>
            <ac:spMk id="11" creationId="{DC410373-F3BB-E079-08D3-016025A59D81}"/>
          </ac:spMkLst>
        </pc:spChg>
        <pc:spChg chg="add mod">
          <ac:chgData name="Daniel Agbogidi" userId="e0f5edde3173dd4e" providerId="LiveId" clId="{502729D8-E8FF-4FF0-9DC9-E8882DDD285A}" dt="2026-10-06T17:51:57.344" v="866"/>
          <ac:spMkLst>
            <pc:docMk/>
            <pc:sldMk cId="1550535838" sldId="1405"/>
            <ac:spMk id="12" creationId="{EA44958D-C6A5-F4CE-4DF4-01000F851147}"/>
          </ac:spMkLst>
        </pc:spChg>
        <pc:spChg chg="add mod">
          <ac:chgData name="Daniel Agbogidi" userId="e0f5edde3173dd4e" providerId="LiveId" clId="{502729D8-E8FF-4FF0-9DC9-E8882DDD285A}" dt="2026-10-06T17:51:57.359" v="890" actId="947"/>
          <ac:spMkLst>
            <pc:docMk/>
            <pc:sldMk cId="1550535838" sldId="1405"/>
            <ac:spMk id="13" creationId="{D129CBA9-108E-F924-A4A2-94720F71F1EF}"/>
          </ac:spMkLst>
        </pc:spChg>
        <pc:picChg chg="add del mod ord">
          <ac:chgData name="Daniel Agbogidi" userId="e0f5edde3173dd4e" providerId="LiveId" clId="{502729D8-E8FF-4FF0-9DC9-E8882DDD285A}" dt="2026-10-06T18:03:39.229" v="2356" actId="931"/>
          <ac:picMkLst>
            <pc:docMk/>
            <pc:sldMk cId="1550535838" sldId="1405"/>
            <ac:picMk id="15" creationId="{5459A4C2-9624-A304-8B08-AF12A3CCD546}"/>
          </ac:picMkLst>
        </pc:picChg>
        <pc:picChg chg="add del">
          <ac:chgData name="Daniel Agbogidi" userId="e0f5edde3173dd4e" providerId="LiveId" clId="{502729D8-E8FF-4FF0-9DC9-E8882DDD285A}" dt="2026-10-06T18:03:49.211" v="2359" actId="22"/>
          <ac:picMkLst>
            <pc:docMk/>
            <pc:sldMk cId="1550535838" sldId="1405"/>
            <ac:picMk id="17" creationId="{E645F07A-A16A-98C8-9B37-B7B7378800A2}"/>
          </ac:picMkLst>
        </pc:picChg>
        <pc:picChg chg="add del mod">
          <ac:chgData name="Daniel Agbogidi" userId="e0f5edde3173dd4e" providerId="LiveId" clId="{502729D8-E8FF-4FF0-9DC9-E8882DDD285A}" dt="2026-10-06T18:04:50.131" v="2375" actId="931"/>
          <ac:picMkLst>
            <pc:docMk/>
            <pc:sldMk cId="1550535838" sldId="1405"/>
            <ac:picMk id="19" creationId="{97A69ADB-EB77-D639-C69A-984FFA5E7BB6}"/>
          </ac:picMkLst>
        </pc:picChg>
        <pc:picChg chg="add mod ord">
          <ac:chgData name="Daniel Agbogidi" userId="e0f5edde3173dd4e" providerId="LiveId" clId="{502729D8-E8FF-4FF0-9DC9-E8882DDD285A}" dt="2026-10-06T18:04:56.360" v="2377" actId="931"/>
          <ac:picMkLst>
            <pc:docMk/>
            <pc:sldMk cId="1550535838" sldId="1405"/>
            <ac:picMk id="21" creationId="{3E5B21FD-545A-6B29-722B-2DA9E0897806}"/>
          </ac:picMkLst>
        </pc:picChg>
      </pc:sldChg>
      <pc:sldChg chg="addSp modSp add mod modNotes">
        <pc:chgData name="Daniel Agbogidi" userId="e0f5edde3173dd4e" providerId="LiveId" clId="{502729D8-E8FF-4FF0-9DC9-E8882DDD285A}" dt="2026-10-06T17:51:57.727" v="1146" actId="20577"/>
        <pc:sldMkLst>
          <pc:docMk/>
          <pc:sldMk cId="3443652105" sldId="1406"/>
        </pc:sldMkLst>
        <pc:spChg chg="mod">
          <ac:chgData name="Daniel Agbogidi" userId="e0f5edde3173dd4e" providerId="LiveId" clId="{502729D8-E8FF-4FF0-9DC9-E8882DDD285A}" dt="2026-10-06T17:51:57.392" v="893" actId="20577"/>
          <ac:spMkLst>
            <pc:docMk/>
            <pc:sldMk cId="3443652105" sldId="1406"/>
            <ac:spMk id="2" creationId="{57D1F81E-C147-24A2-4841-EC7D89F819DC}"/>
          </ac:spMkLst>
        </pc:spChg>
        <pc:spChg chg="add mod">
          <ac:chgData name="Daniel Agbogidi" userId="e0f5edde3173dd4e" providerId="LiveId" clId="{502729D8-E8FF-4FF0-9DC9-E8882DDD285A}" dt="2026-10-06T17:51:57.410" v="914" actId="948"/>
          <ac:spMkLst>
            <pc:docMk/>
            <pc:sldMk cId="3443652105" sldId="1406"/>
            <ac:spMk id="3" creationId="{8BB9A044-F463-FD37-F584-E28D747F8E3D}"/>
          </ac:spMkLst>
        </pc:spChg>
        <pc:spChg chg="add mod">
          <ac:chgData name="Daniel Agbogidi" userId="e0f5edde3173dd4e" providerId="LiveId" clId="{502729D8-E8FF-4FF0-9DC9-E8882DDD285A}" dt="2026-10-06T17:51:57.433" v="935" actId="948"/>
          <ac:spMkLst>
            <pc:docMk/>
            <pc:sldMk cId="3443652105" sldId="1406"/>
            <ac:spMk id="4" creationId="{1F95BCC2-F6B5-39A7-CB98-5EF9B7716701}"/>
          </ac:spMkLst>
        </pc:spChg>
        <pc:spChg chg="add mod">
          <ac:chgData name="Daniel Agbogidi" userId="e0f5edde3173dd4e" providerId="LiveId" clId="{502729D8-E8FF-4FF0-9DC9-E8882DDD285A}" dt="2026-10-06T17:51:57.444" v="956" actId="948"/>
          <ac:spMkLst>
            <pc:docMk/>
            <pc:sldMk cId="3443652105" sldId="1406"/>
            <ac:spMk id="5" creationId="{628E6940-569B-784A-9DED-8A17895833F8}"/>
          </ac:spMkLst>
        </pc:spChg>
        <pc:spChg chg="add mod">
          <ac:chgData name="Daniel Agbogidi" userId="e0f5edde3173dd4e" providerId="LiveId" clId="{502729D8-E8FF-4FF0-9DC9-E8882DDD285A}" dt="2026-10-06T17:51:57.476" v="960"/>
          <ac:spMkLst>
            <pc:docMk/>
            <pc:sldMk cId="3443652105" sldId="1406"/>
            <ac:spMk id="6" creationId="{47EE30C2-87C4-BAAE-705E-4653C31656E9}"/>
          </ac:spMkLst>
        </pc:spChg>
        <pc:spChg chg="add mod">
          <ac:chgData name="Daniel Agbogidi" userId="e0f5edde3173dd4e" providerId="LiveId" clId="{502729D8-E8FF-4FF0-9DC9-E8882DDD285A}" dt="2026-10-06T17:51:57.491" v="981" actId="948"/>
          <ac:spMkLst>
            <pc:docMk/>
            <pc:sldMk cId="3443652105" sldId="1406"/>
            <ac:spMk id="7" creationId="{39FAD4FB-592B-094A-F332-CEADF4B70470}"/>
          </ac:spMkLst>
        </pc:spChg>
        <pc:spChg chg="add mod">
          <ac:chgData name="Daniel Agbogidi" userId="e0f5edde3173dd4e" providerId="LiveId" clId="{502729D8-E8FF-4FF0-9DC9-E8882DDD285A}" dt="2026-10-06T17:51:57.507" v="1002" actId="948"/>
          <ac:spMkLst>
            <pc:docMk/>
            <pc:sldMk cId="3443652105" sldId="1406"/>
            <ac:spMk id="8" creationId="{50563CCF-A837-9F28-D155-A7EE168965E3}"/>
          </ac:spMkLst>
        </pc:spChg>
        <pc:spChg chg="add mod">
          <ac:chgData name="Daniel Agbogidi" userId="e0f5edde3173dd4e" providerId="LiveId" clId="{502729D8-E8FF-4FF0-9DC9-E8882DDD285A}" dt="2026-10-06T17:51:57.523" v="1006"/>
          <ac:spMkLst>
            <pc:docMk/>
            <pc:sldMk cId="3443652105" sldId="1406"/>
            <ac:spMk id="9" creationId="{CF241837-B7F1-BE2D-363E-92B953CF0F1E}"/>
          </ac:spMkLst>
        </pc:spChg>
        <pc:spChg chg="add mod">
          <ac:chgData name="Daniel Agbogidi" userId="e0f5edde3173dd4e" providerId="LiveId" clId="{502729D8-E8FF-4FF0-9DC9-E8882DDD285A}" dt="2026-10-06T17:51:57.544" v="1027" actId="948"/>
          <ac:spMkLst>
            <pc:docMk/>
            <pc:sldMk cId="3443652105" sldId="1406"/>
            <ac:spMk id="10" creationId="{50C3AB37-C88F-A9A8-4599-1AE6BFC63CC3}"/>
          </ac:spMkLst>
        </pc:spChg>
        <pc:spChg chg="add mod">
          <ac:chgData name="Daniel Agbogidi" userId="e0f5edde3173dd4e" providerId="LiveId" clId="{502729D8-E8FF-4FF0-9DC9-E8882DDD285A}" dt="2026-10-06T17:51:57.562" v="1048" actId="948"/>
          <ac:spMkLst>
            <pc:docMk/>
            <pc:sldMk cId="3443652105" sldId="1406"/>
            <ac:spMk id="11" creationId="{D9A0D995-1A14-DB76-E79B-E5CF9715BCBA}"/>
          </ac:spMkLst>
        </pc:spChg>
        <pc:spChg chg="add mod">
          <ac:chgData name="Daniel Agbogidi" userId="e0f5edde3173dd4e" providerId="LiveId" clId="{502729D8-E8FF-4FF0-9DC9-E8882DDD285A}" dt="2026-10-06T17:51:57.569" v="1052"/>
          <ac:spMkLst>
            <pc:docMk/>
            <pc:sldMk cId="3443652105" sldId="1406"/>
            <ac:spMk id="12" creationId="{732A5DEF-E424-1C7F-86C9-665EE86BD544}"/>
          </ac:spMkLst>
        </pc:spChg>
        <pc:spChg chg="add mod">
          <ac:chgData name="Daniel Agbogidi" userId="e0f5edde3173dd4e" providerId="LiveId" clId="{502729D8-E8FF-4FF0-9DC9-E8882DDD285A}" dt="2026-10-06T17:51:57.578" v="1073" actId="948"/>
          <ac:spMkLst>
            <pc:docMk/>
            <pc:sldMk cId="3443652105" sldId="1406"/>
            <ac:spMk id="13" creationId="{E6CE6C03-F76E-EFC0-7524-D58DEB0F17C1}"/>
          </ac:spMkLst>
        </pc:spChg>
        <pc:spChg chg="add mod">
          <ac:chgData name="Daniel Agbogidi" userId="e0f5edde3173dd4e" providerId="LiveId" clId="{502729D8-E8FF-4FF0-9DC9-E8882DDD285A}" dt="2026-10-06T17:51:57.594" v="1094" actId="948"/>
          <ac:spMkLst>
            <pc:docMk/>
            <pc:sldMk cId="3443652105" sldId="1406"/>
            <ac:spMk id="14" creationId="{0095FE05-53F3-893F-1E1F-D3189BD9F039}"/>
          </ac:spMkLst>
        </pc:spChg>
        <pc:spChg chg="add mod">
          <ac:chgData name="Daniel Agbogidi" userId="e0f5edde3173dd4e" providerId="LiveId" clId="{502729D8-E8FF-4FF0-9DC9-E8882DDD285A}" dt="2026-10-06T17:51:57.610" v="1098"/>
          <ac:spMkLst>
            <pc:docMk/>
            <pc:sldMk cId="3443652105" sldId="1406"/>
            <ac:spMk id="15" creationId="{280156F9-FC71-1076-4EE9-2B8EA5B88F76}"/>
          </ac:spMkLst>
        </pc:spChg>
        <pc:spChg chg="add mod">
          <ac:chgData name="Daniel Agbogidi" userId="e0f5edde3173dd4e" providerId="LiveId" clId="{502729D8-E8FF-4FF0-9DC9-E8882DDD285A}" dt="2026-10-06T17:51:57.625" v="1119" actId="948"/>
          <ac:spMkLst>
            <pc:docMk/>
            <pc:sldMk cId="3443652105" sldId="1406"/>
            <ac:spMk id="16" creationId="{49FFBF07-4196-93BF-A99D-8F8B1640E47D}"/>
          </ac:spMkLst>
        </pc:spChg>
        <pc:spChg chg="add mod">
          <ac:chgData name="Daniel Agbogidi" userId="e0f5edde3173dd4e" providerId="LiveId" clId="{502729D8-E8FF-4FF0-9DC9-E8882DDD285A}" dt="2026-10-06T17:51:57.625" v="1124"/>
          <ac:spMkLst>
            <pc:docMk/>
            <pc:sldMk cId="3443652105" sldId="1406"/>
            <ac:spMk id="17" creationId="{22489C3B-B0CF-370C-723C-FD29394F8E2E}"/>
          </ac:spMkLst>
        </pc:spChg>
        <pc:spChg chg="add mod">
          <ac:chgData name="Daniel Agbogidi" userId="e0f5edde3173dd4e" providerId="LiveId" clId="{502729D8-E8FF-4FF0-9DC9-E8882DDD285A}" dt="2026-10-06T17:51:57.713" v="1145" actId="948"/>
          <ac:spMkLst>
            <pc:docMk/>
            <pc:sldMk cId="3443652105" sldId="1406"/>
            <ac:spMk id="18" creationId="{B7D6DAAF-47D3-E58C-E61C-37CD687E2E15}"/>
          </ac:spMkLst>
        </pc:spChg>
      </pc:sldChg>
      <pc:sldChg chg="addSp modSp add mod modNotes">
        <pc:chgData name="Daniel Agbogidi" userId="e0f5edde3173dd4e" providerId="LiveId" clId="{502729D8-E8FF-4FF0-9DC9-E8882DDD285A}" dt="2026-10-06T17:51:58.312" v="1676" actId="20577"/>
        <pc:sldMkLst>
          <pc:docMk/>
          <pc:sldMk cId="2191115858" sldId="1407"/>
        </pc:sldMkLst>
        <pc:spChg chg="mod">
          <ac:chgData name="Daniel Agbogidi" userId="e0f5edde3173dd4e" providerId="LiveId" clId="{502729D8-E8FF-4FF0-9DC9-E8882DDD285A}" dt="2026-10-06T17:51:57.743" v="1148" actId="20577"/>
          <ac:spMkLst>
            <pc:docMk/>
            <pc:sldMk cId="2191115858" sldId="1407"/>
            <ac:spMk id="2" creationId="{D982631D-3D72-CFD9-BF94-80163C3EF347}"/>
          </ac:spMkLst>
        </pc:spChg>
        <pc:spChg chg="add mod">
          <ac:chgData name="Daniel Agbogidi" userId="e0f5edde3173dd4e" providerId="LiveId" clId="{502729D8-E8FF-4FF0-9DC9-E8882DDD285A}" dt="2026-10-06T17:51:57.774" v="1159"/>
          <ac:spMkLst>
            <pc:docMk/>
            <pc:sldMk cId="2191115858" sldId="1407"/>
            <ac:spMk id="3" creationId="{03442400-FB19-F785-FE9D-7CEAA9C88A9D}"/>
          </ac:spMkLst>
        </pc:spChg>
        <pc:spChg chg="add mod">
          <ac:chgData name="Daniel Agbogidi" userId="e0f5edde3173dd4e" providerId="LiveId" clId="{502729D8-E8FF-4FF0-9DC9-E8882DDD285A}" dt="2026-10-06T17:51:57.792" v="1173"/>
          <ac:spMkLst>
            <pc:docMk/>
            <pc:sldMk cId="2191115858" sldId="1407"/>
            <ac:spMk id="4" creationId="{727BD00F-62EE-B4B2-5A6D-B8A131785FA5}"/>
          </ac:spMkLst>
        </pc:spChg>
        <pc:spChg chg="add mod">
          <ac:chgData name="Daniel Agbogidi" userId="e0f5edde3173dd4e" providerId="LiveId" clId="{502729D8-E8FF-4FF0-9DC9-E8882DDD285A}" dt="2026-10-06T17:51:57.811" v="1194" actId="948"/>
          <ac:spMkLst>
            <pc:docMk/>
            <pc:sldMk cId="2191115858" sldId="1407"/>
            <ac:spMk id="5" creationId="{A12E4407-7DFD-6AAD-6FFE-2A868A16538A}"/>
          </ac:spMkLst>
        </pc:spChg>
        <pc:spChg chg="add mod">
          <ac:chgData name="Daniel Agbogidi" userId="e0f5edde3173dd4e" providerId="LiveId" clId="{502729D8-E8FF-4FF0-9DC9-E8882DDD285A}" dt="2026-10-06T17:51:57.826" v="1205"/>
          <ac:spMkLst>
            <pc:docMk/>
            <pc:sldMk cId="2191115858" sldId="1407"/>
            <ac:spMk id="6" creationId="{C20C90CC-14CD-46EE-9E2A-CB7F0F483306}"/>
          </ac:spMkLst>
        </pc:spChg>
        <pc:spChg chg="add mod">
          <ac:chgData name="Daniel Agbogidi" userId="e0f5edde3173dd4e" providerId="LiveId" clId="{502729D8-E8FF-4FF0-9DC9-E8882DDD285A}" dt="2026-10-06T17:51:57.842" v="1219"/>
          <ac:spMkLst>
            <pc:docMk/>
            <pc:sldMk cId="2191115858" sldId="1407"/>
            <ac:spMk id="7" creationId="{FB9F8A54-8E5B-D9AA-775D-2A107EF24FF0}"/>
          </ac:spMkLst>
        </pc:spChg>
        <pc:spChg chg="add mod">
          <ac:chgData name="Daniel Agbogidi" userId="e0f5edde3173dd4e" providerId="LiveId" clId="{502729D8-E8FF-4FF0-9DC9-E8882DDD285A}" dt="2026-10-06T17:51:57.873" v="1240" actId="948"/>
          <ac:spMkLst>
            <pc:docMk/>
            <pc:sldMk cId="2191115858" sldId="1407"/>
            <ac:spMk id="8" creationId="{EA17CC73-7798-12D0-9FE6-1D82C5AD4A90}"/>
          </ac:spMkLst>
        </pc:spChg>
        <pc:spChg chg="add mod">
          <ac:chgData name="Daniel Agbogidi" userId="e0f5edde3173dd4e" providerId="LiveId" clId="{502729D8-E8FF-4FF0-9DC9-E8882DDD285A}" dt="2026-10-06T17:51:57.873" v="1251"/>
          <ac:spMkLst>
            <pc:docMk/>
            <pc:sldMk cId="2191115858" sldId="1407"/>
            <ac:spMk id="9" creationId="{FD563955-D5B1-65F2-1CFF-E0FC314F09E7}"/>
          </ac:spMkLst>
        </pc:spChg>
        <pc:spChg chg="add mod">
          <ac:chgData name="Daniel Agbogidi" userId="e0f5edde3173dd4e" providerId="LiveId" clId="{502729D8-E8FF-4FF0-9DC9-E8882DDD285A}" dt="2026-10-06T17:51:57.892" v="1265"/>
          <ac:spMkLst>
            <pc:docMk/>
            <pc:sldMk cId="2191115858" sldId="1407"/>
            <ac:spMk id="10" creationId="{276523DB-AE64-EBE1-C62B-05263C8AC8DD}"/>
          </ac:spMkLst>
        </pc:spChg>
        <pc:spChg chg="add mod">
          <ac:chgData name="Daniel Agbogidi" userId="e0f5edde3173dd4e" providerId="LiveId" clId="{502729D8-E8FF-4FF0-9DC9-E8882DDD285A}" dt="2026-10-06T17:51:57.924" v="1286" actId="948"/>
          <ac:spMkLst>
            <pc:docMk/>
            <pc:sldMk cId="2191115858" sldId="1407"/>
            <ac:spMk id="11" creationId="{30904882-443A-AB20-C4AE-F36376BB4E94}"/>
          </ac:spMkLst>
        </pc:spChg>
        <pc:spChg chg="add mod">
          <ac:chgData name="Daniel Agbogidi" userId="e0f5edde3173dd4e" providerId="LiveId" clId="{502729D8-E8FF-4FF0-9DC9-E8882DDD285A}" dt="2026-10-06T17:51:57.937" v="1297"/>
          <ac:spMkLst>
            <pc:docMk/>
            <pc:sldMk cId="2191115858" sldId="1407"/>
            <ac:spMk id="12" creationId="{BD2403EC-C910-A292-A174-9AF4951D1F33}"/>
          </ac:spMkLst>
        </pc:spChg>
        <pc:spChg chg="add mod">
          <ac:chgData name="Daniel Agbogidi" userId="e0f5edde3173dd4e" providerId="LiveId" clId="{502729D8-E8FF-4FF0-9DC9-E8882DDD285A}" dt="2026-10-06T17:51:57.947" v="1311"/>
          <ac:spMkLst>
            <pc:docMk/>
            <pc:sldMk cId="2191115858" sldId="1407"/>
            <ac:spMk id="13" creationId="{CA6CB439-6054-D824-545B-E87027CB269E}"/>
          </ac:spMkLst>
        </pc:spChg>
        <pc:spChg chg="add mod">
          <ac:chgData name="Daniel Agbogidi" userId="e0f5edde3173dd4e" providerId="LiveId" clId="{502729D8-E8FF-4FF0-9DC9-E8882DDD285A}" dt="2026-10-06T17:51:57.962" v="1332" actId="948"/>
          <ac:spMkLst>
            <pc:docMk/>
            <pc:sldMk cId="2191115858" sldId="1407"/>
            <ac:spMk id="14" creationId="{090EB141-93E0-5B4B-A2CE-B5390C3B93B4}"/>
          </ac:spMkLst>
        </pc:spChg>
        <pc:spChg chg="add mod">
          <ac:chgData name="Daniel Agbogidi" userId="e0f5edde3173dd4e" providerId="LiveId" clId="{502729D8-E8FF-4FF0-9DC9-E8882DDD285A}" dt="2026-10-06T17:51:57.983" v="1343"/>
          <ac:spMkLst>
            <pc:docMk/>
            <pc:sldMk cId="2191115858" sldId="1407"/>
            <ac:spMk id="15" creationId="{BC00F85B-FF42-CB57-C580-C47F9AFD9E8C}"/>
          </ac:spMkLst>
        </pc:spChg>
        <pc:spChg chg="add mod">
          <ac:chgData name="Daniel Agbogidi" userId="e0f5edde3173dd4e" providerId="LiveId" clId="{502729D8-E8FF-4FF0-9DC9-E8882DDD285A}" dt="2026-10-06T17:51:57.992" v="1357"/>
          <ac:spMkLst>
            <pc:docMk/>
            <pc:sldMk cId="2191115858" sldId="1407"/>
            <ac:spMk id="16" creationId="{60D45466-5173-77B9-06CA-7A8E979ED0B8}"/>
          </ac:spMkLst>
        </pc:spChg>
        <pc:spChg chg="add mod">
          <ac:chgData name="Daniel Agbogidi" userId="e0f5edde3173dd4e" providerId="LiveId" clId="{502729D8-E8FF-4FF0-9DC9-E8882DDD285A}" dt="2026-10-06T17:51:58.008" v="1378" actId="948"/>
          <ac:spMkLst>
            <pc:docMk/>
            <pc:sldMk cId="2191115858" sldId="1407"/>
            <ac:spMk id="17" creationId="{34A9F38A-63D1-7461-B15E-4CBCC76FEA19}"/>
          </ac:spMkLst>
        </pc:spChg>
        <pc:spChg chg="add mod">
          <ac:chgData name="Daniel Agbogidi" userId="e0f5edde3173dd4e" providerId="LiveId" clId="{502729D8-E8FF-4FF0-9DC9-E8882DDD285A}" dt="2026-10-06T17:51:58.031" v="1389"/>
          <ac:spMkLst>
            <pc:docMk/>
            <pc:sldMk cId="2191115858" sldId="1407"/>
            <ac:spMk id="18" creationId="{E0819124-66E9-129F-03E3-1B0BCA4B9C4C}"/>
          </ac:spMkLst>
        </pc:spChg>
        <pc:spChg chg="add mod">
          <ac:chgData name="Daniel Agbogidi" userId="e0f5edde3173dd4e" providerId="LiveId" clId="{502729D8-E8FF-4FF0-9DC9-E8882DDD285A}" dt="2026-10-06T17:51:58.048" v="1403"/>
          <ac:spMkLst>
            <pc:docMk/>
            <pc:sldMk cId="2191115858" sldId="1407"/>
            <ac:spMk id="19" creationId="{21AFCF67-B3B1-8F2A-D0C6-8BA5B47D6963}"/>
          </ac:spMkLst>
        </pc:spChg>
        <pc:spChg chg="add mod">
          <ac:chgData name="Daniel Agbogidi" userId="e0f5edde3173dd4e" providerId="LiveId" clId="{502729D8-E8FF-4FF0-9DC9-E8882DDD285A}" dt="2026-10-06T17:51:58.065" v="1424" actId="948"/>
          <ac:spMkLst>
            <pc:docMk/>
            <pc:sldMk cId="2191115858" sldId="1407"/>
            <ac:spMk id="20" creationId="{A1738F7C-C137-3536-F58C-425FF8D2F32F}"/>
          </ac:spMkLst>
        </pc:spChg>
        <pc:spChg chg="add mod">
          <ac:chgData name="Daniel Agbogidi" userId="e0f5edde3173dd4e" providerId="LiveId" clId="{502729D8-E8FF-4FF0-9DC9-E8882DDD285A}" dt="2026-10-06T17:51:58.076" v="1435"/>
          <ac:spMkLst>
            <pc:docMk/>
            <pc:sldMk cId="2191115858" sldId="1407"/>
            <ac:spMk id="21" creationId="{8BF956C4-5CE9-56A7-E6DA-D41E2627ADCA}"/>
          </ac:spMkLst>
        </pc:spChg>
        <pc:spChg chg="add mod">
          <ac:chgData name="Daniel Agbogidi" userId="e0f5edde3173dd4e" providerId="LiveId" clId="{502729D8-E8FF-4FF0-9DC9-E8882DDD285A}" dt="2026-10-06T17:51:58.092" v="1449"/>
          <ac:spMkLst>
            <pc:docMk/>
            <pc:sldMk cId="2191115858" sldId="1407"/>
            <ac:spMk id="22" creationId="{6E3BCA1B-C578-50F4-6E3C-C61EE52386B8}"/>
          </ac:spMkLst>
        </pc:spChg>
        <pc:spChg chg="add mod">
          <ac:chgData name="Daniel Agbogidi" userId="e0f5edde3173dd4e" providerId="LiveId" clId="{502729D8-E8FF-4FF0-9DC9-E8882DDD285A}" dt="2026-10-06T17:51:58.108" v="1470" actId="948"/>
          <ac:spMkLst>
            <pc:docMk/>
            <pc:sldMk cId="2191115858" sldId="1407"/>
            <ac:spMk id="23" creationId="{C8B893A7-AD41-D6FB-F846-62EA588D7C5C}"/>
          </ac:spMkLst>
        </pc:spChg>
        <pc:spChg chg="add mod">
          <ac:chgData name="Daniel Agbogidi" userId="e0f5edde3173dd4e" providerId="LiveId" clId="{502729D8-E8FF-4FF0-9DC9-E8882DDD285A}" dt="2026-10-06T17:51:58.124" v="1481"/>
          <ac:spMkLst>
            <pc:docMk/>
            <pc:sldMk cId="2191115858" sldId="1407"/>
            <ac:spMk id="24" creationId="{3EA8720A-719C-ED65-A587-E09267554B32}"/>
          </ac:spMkLst>
        </pc:spChg>
        <pc:spChg chg="add mod">
          <ac:chgData name="Daniel Agbogidi" userId="e0f5edde3173dd4e" providerId="LiveId" clId="{502729D8-E8FF-4FF0-9DC9-E8882DDD285A}" dt="2026-10-06T17:51:58.140" v="1495"/>
          <ac:spMkLst>
            <pc:docMk/>
            <pc:sldMk cId="2191115858" sldId="1407"/>
            <ac:spMk id="25" creationId="{BF444969-9008-26C1-134F-F545D95DC801}"/>
          </ac:spMkLst>
        </pc:spChg>
        <pc:spChg chg="add mod">
          <ac:chgData name="Daniel Agbogidi" userId="e0f5edde3173dd4e" providerId="LiveId" clId="{502729D8-E8FF-4FF0-9DC9-E8882DDD285A}" dt="2026-10-06T17:51:58.162" v="1516" actId="948"/>
          <ac:spMkLst>
            <pc:docMk/>
            <pc:sldMk cId="2191115858" sldId="1407"/>
            <ac:spMk id="26" creationId="{4E9F53BB-574B-36A5-FA38-09FB6B1EF7E8}"/>
          </ac:spMkLst>
        </pc:spChg>
        <pc:spChg chg="add mod">
          <ac:chgData name="Daniel Agbogidi" userId="e0f5edde3173dd4e" providerId="LiveId" clId="{502729D8-E8FF-4FF0-9DC9-E8882DDD285A}" dt="2026-10-06T17:51:58.171" v="1527"/>
          <ac:spMkLst>
            <pc:docMk/>
            <pc:sldMk cId="2191115858" sldId="1407"/>
            <ac:spMk id="27" creationId="{7FB98C87-458F-E4B2-1993-F7A8E8A906B5}"/>
          </ac:spMkLst>
        </pc:spChg>
        <pc:spChg chg="add mod">
          <ac:chgData name="Daniel Agbogidi" userId="e0f5edde3173dd4e" providerId="LiveId" clId="{502729D8-E8FF-4FF0-9DC9-E8882DDD285A}" dt="2026-10-06T17:51:58.187" v="1541"/>
          <ac:spMkLst>
            <pc:docMk/>
            <pc:sldMk cId="2191115858" sldId="1407"/>
            <ac:spMk id="28" creationId="{A9D012F5-B798-7A62-D562-C7FB9E408455}"/>
          </ac:spMkLst>
        </pc:spChg>
        <pc:spChg chg="add mod">
          <ac:chgData name="Daniel Agbogidi" userId="e0f5edde3173dd4e" providerId="LiveId" clId="{502729D8-E8FF-4FF0-9DC9-E8882DDD285A}" dt="2026-10-06T17:51:58.203" v="1562" actId="948"/>
          <ac:spMkLst>
            <pc:docMk/>
            <pc:sldMk cId="2191115858" sldId="1407"/>
            <ac:spMk id="29" creationId="{99D1C056-6EE9-3A4D-C722-264FBF4FA93E}"/>
          </ac:spMkLst>
        </pc:spChg>
        <pc:spChg chg="add mod">
          <ac:chgData name="Daniel Agbogidi" userId="e0f5edde3173dd4e" providerId="LiveId" clId="{502729D8-E8FF-4FF0-9DC9-E8882DDD285A}" dt="2026-10-06T17:51:58.220" v="1573"/>
          <ac:spMkLst>
            <pc:docMk/>
            <pc:sldMk cId="2191115858" sldId="1407"/>
            <ac:spMk id="30" creationId="{5C77A46D-210C-15A9-48AC-5315B4B251E3}"/>
          </ac:spMkLst>
        </pc:spChg>
        <pc:spChg chg="add mod">
          <ac:chgData name="Daniel Agbogidi" userId="e0f5edde3173dd4e" providerId="LiveId" clId="{502729D8-E8FF-4FF0-9DC9-E8882DDD285A}" dt="2026-10-06T17:51:58.235" v="1587"/>
          <ac:spMkLst>
            <pc:docMk/>
            <pc:sldMk cId="2191115858" sldId="1407"/>
            <ac:spMk id="31" creationId="{E2AA341C-ADD5-57D7-5798-DCBA6C0C31B7}"/>
          </ac:spMkLst>
        </pc:spChg>
        <pc:spChg chg="add mod">
          <ac:chgData name="Daniel Agbogidi" userId="e0f5edde3173dd4e" providerId="LiveId" clId="{502729D8-E8FF-4FF0-9DC9-E8882DDD285A}" dt="2026-10-06T17:51:58.250" v="1608" actId="948"/>
          <ac:spMkLst>
            <pc:docMk/>
            <pc:sldMk cId="2191115858" sldId="1407"/>
            <ac:spMk id="32" creationId="{255AD975-F1BA-AE72-2E6E-7A4DA1336E77}"/>
          </ac:spMkLst>
        </pc:spChg>
        <pc:spChg chg="add mod">
          <ac:chgData name="Daniel Agbogidi" userId="e0f5edde3173dd4e" providerId="LiveId" clId="{502729D8-E8FF-4FF0-9DC9-E8882DDD285A}" dt="2026-10-06T17:51:58.250" v="1619"/>
          <ac:spMkLst>
            <pc:docMk/>
            <pc:sldMk cId="2191115858" sldId="1407"/>
            <ac:spMk id="33" creationId="{418C49DF-27F3-97D8-8456-BDAD43D4C989}"/>
          </ac:spMkLst>
        </pc:spChg>
        <pc:spChg chg="add mod">
          <ac:chgData name="Daniel Agbogidi" userId="e0f5edde3173dd4e" providerId="LiveId" clId="{502729D8-E8FF-4FF0-9DC9-E8882DDD285A}" dt="2026-10-06T17:51:58.283" v="1633"/>
          <ac:spMkLst>
            <pc:docMk/>
            <pc:sldMk cId="2191115858" sldId="1407"/>
            <ac:spMk id="34" creationId="{F88F8F43-DE2B-5437-A986-A2A37A1E3CCC}"/>
          </ac:spMkLst>
        </pc:spChg>
        <pc:spChg chg="add mod">
          <ac:chgData name="Daniel Agbogidi" userId="e0f5edde3173dd4e" providerId="LiveId" clId="{502729D8-E8FF-4FF0-9DC9-E8882DDD285A}" dt="2026-10-06T17:51:58.302" v="1654" actId="948"/>
          <ac:spMkLst>
            <pc:docMk/>
            <pc:sldMk cId="2191115858" sldId="1407"/>
            <ac:spMk id="35" creationId="{86D5B480-A594-8C6C-0088-526E925A2AB6}"/>
          </ac:spMkLst>
        </pc:spChg>
        <pc:spChg chg="add mod">
          <ac:chgData name="Daniel Agbogidi" userId="e0f5edde3173dd4e" providerId="LiveId" clId="{502729D8-E8FF-4FF0-9DC9-E8882DDD285A}" dt="2026-10-06T17:51:58.312" v="1675" actId="948"/>
          <ac:spMkLst>
            <pc:docMk/>
            <pc:sldMk cId="2191115858" sldId="1407"/>
            <ac:spMk id="36" creationId="{DAA076FC-84BD-7632-1FC1-3E220E155791}"/>
          </ac:spMkLst>
        </pc:spChg>
      </pc:sldChg>
      <pc:sldChg chg="addSp modSp add mod modNotes">
        <pc:chgData name="Daniel Agbogidi" userId="e0f5edde3173dd4e" providerId="LiveId" clId="{502729D8-E8FF-4FF0-9DC9-E8882DDD285A}" dt="2026-10-06T17:51:58.665" v="1867" actId="20577"/>
        <pc:sldMkLst>
          <pc:docMk/>
          <pc:sldMk cId="273763381" sldId="1408"/>
        </pc:sldMkLst>
        <pc:spChg chg="mod">
          <ac:chgData name="Daniel Agbogidi" userId="e0f5edde3173dd4e" providerId="LiveId" clId="{502729D8-E8FF-4FF0-9DC9-E8882DDD285A}" dt="2026-10-06T17:51:58.331" v="1678" actId="20577"/>
          <ac:spMkLst>
            <pc:docMk/>
            <pc:sldMk cId="273763381" sldId="1408"/>
            <ac:spMk id="2" creationId="{E0CE961B-9166-A510-33FB-36A49AB4FE51}"/>
          </ac:spMkLst>
        </pc:spChg>
        <pc:spChg chg="add mod">
          <ac:chgData name="Daniel Agbogidi" userId="e0f5edde3173dd4e" providerId="LiveId" clId="{502729D8-E8FF-4FF0-9DC9-E8882DDD285A}" dt="2026-10-06T17:51:58.343" v="1689"/>
          <ac:spMkLst>
            <pc:docMk/>
            <pc:sldMk cId="273763381" sldId="1408"/>
            <ac:spMk id="3" creationId="{74AFB5C6-F57E-B5D1-033D-ABEE217B46AE}"/>
          </ac:spMkLst>
        </pc:spChg>
        <pc:spChg chg="add mod">
          <ac:chgData name="Daniel Agbogidi" userId="e0f5edde3173dd4e" providerId="LiveId" clId="{502729D8-E8FF-4FF0-9DC9-E8882DDD285A}" dt="2026-10-06T17:51:58.359" v="1703"/>
          <ac:spMkLst>
            <pc:docMk/>
            <pc:sldMk cId="273763381" sldId="1408"/>
            <ac:spMk id="4" creationId="{3E7631F1-0BA4-04D2-99A0-97F3DAC09D83}"/>
          </ac:spMkLst>
        </pc:spChg>
        <pc:spChg chg="add mod">
          <ac:chgData name="Daniel Agbogidi" userId="e0f5edde3173dd4e" providerId="LiveId" clId="{502729D8-E8FF-4FF0-9DC9-E8882DDD285A}" dt="2026-10-06T17:51:58.378" v="1724" actId="948"/>
          <ac:spMkLst>
            <pc:docMk/>
            <pc:sldMk cId="273763381" sldId="1408"/>
            <ac:spMk id="5" creationId="{5FB0BD28-3A0A-97F6-7760-0738012943F6}"/>
          </ac:spMkLst>
        </pc:spChg>
        <pc:spChg chg="add mod">
          <ac:chgData name="Daniel Agbogidi" userId="e0f5edde3173dd4e" providerId="LiveId" clId="{502729D8-E8FF-4FF0-9DC9-E8882DDD285A}" dt="2026-10-06T17:51:58.496" v="1772" actId="948"/>
          <ac:spMkLst>
            <pc:docMk/>
            <pc:sldMk cId="273763381" sldId="1408"/>
            <ac:spMk id="6" creationId="{2E3527AF-2244-D431-E7B3-50F86D29B856}"/>
          </ac:spMkLst>
        </pc:spChg>
        <pc:spChg chg="add mod">
          <ac:chgData name="Daniel Agbogidi" userId="e0f5edde3173dd4e" providerId="LiveId" clId="{502729D8-E8FF-4FF0-9DC9-E8882DDD285A}" dt="2026-10-06T17:51:58.514" v="1783"/>
          <ac:spMkLst>
            <pc:docMk/>
            <pc:sldMk cId="273763381" sldId="1408"/>
            <ac:spMk id="7" creationId="{6E63C03D-4E70-8FAE-3285-7A064A6D6181}"/>
          </ac:spMkLst>
        </pc:spChg>
        <pc:spChg chg="add mod">
          <ac:chgData name="Daniel Agbogidi" userId="e0f5edde3173dd4e" providerId="LiveId" clId="{502729D8-E8FF-4FF0-9DC9-E8882DDD285A}" dt="2026-10-06T17:51:58.540" v="1797"/>
          <ac:spMkLst>
            <pc:docMk/>
            <pc:sldMk cId="273763381" sldId="1408"/>
            <ac:spMk id="8" creationId="{D5338FB7-81AA-2F72-6559-C33B0251596C}"/>
          </ac:spMkLst>
        </pc:spChg>
        <pc:spChg chg="add mod">
          <ac:chgData name="Daniel Agbogidi" userId="e0f5edde3173dd4e" providerId="LiveId" clId="{502729D8-E8FF-4FF0-9DC9-E8882DDD285A}" dt="2026-10-06T17:51:58.559" v="1818" actId="948"/>
          <ac:spMkLst>
            <pc:docMk/>
            <pc:sldMk cId="273763381" sldId="1408"/>
            <ac:spMk id="9" creationId="{0F2B49ED-0BCF-5CF7-F42E-ADFF9B406BCF}"/>
          </ac:spMkLst>
        </pc:spChg>
        <pc:spChg chg="add mod">
          <ac:chgData name="Daniel Agbogidi" userId="e0f5edde3173dd4e" providerId="LiveId" clId="{502729D8-E8FF-4FF0-9DC9-E8882DDD285A}" dt="2026-10-06T17:51:58.655" v="1866" actId="948"/>
          <ac:spMkLst>
            <pc:docMk/>
            <pc:sldMk cId="273763381" sldId="1408"/>
            <ac:spMk id="10" creationId="{1BCA5A71-9C24-6812-06EA-197DAD2C5E27}"/>
          </ac:spMkLst>
        </pc:spChg>
      </pc:sldChg>
      <pc:sldChg chg="addSp delSp modSp add mod modNotes">
        <pc:chgData name="Daniel Agbogidi" userId="e0f5edde3173dd4e" providerId="LiveId" clId="{502729D8-E8FF-4FF0-9DC9-E8882DDD285A}" dt="2026-10-06T18:10:48.742" v="2380" actId="931"/>
        <pc:sldMkLst>
          <pc:docMk/>
          <pc:sldMk cId="2093176020" sldId="1409"/>
        </pc:sldMkLst>
        <pc:spChg chg="mod">
          <ac:chgData name="Daniel Agbogidi" userId="e0f5edde3173dd4e" providerId="LiveId" clId="{502729D8-E8FF-4FF0-9DC9-E8882DDD285A}" dt="2026-10-06T17:51:58.667" v="1869" actId="20577"/>
          <ac:spMkLst>
            <pc:docMk/>
            <pc:sldMk cId="2093176020" sldId="1409"/>
            <ac:spMk id="2" creationId="{E257B7D1-0639-D9F4-B4AB-9B42C7DDBF5D}"/>
          </ac:spMkLst>
        </pc:spChg>
        <pc:spChg chg="del">
          <ac:chgData name="Daniel Agbogidi" userId="e0f5edde3173dd4e" providerId="LiveId" clId="{502729D8-E8FF-4FF0-9DC9-E8882DDD285A}" dt="2026-10-06T18:10:48.742" v="2380" actId="931"/>
          <ac:spMkLst>
            <pc:docMk/>
            <pc:sldMk cId="2093176020" sldId="1409"/>
            <ac:spMk id="3" creationId="{6D76F5F2-D40F-4D99-24FB-D6DED430D5A8}"/>
          </ac:spMkLst>
        </pc:spChg>
        <pc:spChg chg="add mod">
          <ac:chgData name="Daniel Agbogidi" userId="e0f5edde3173dd4e" providerId="LiveId" clId="{502729D8-E8FF-4FF0-9DC9-E8882DDD285A}" dt="2026-10-06T17:51:58.691" v="1890" actId="948"/>
          <ac:spMkLst>
            <pc:docMk/>
            <pc:sldMk cId="2093176020" sldId="1409"/>
            <ac:spMk id="4" creationId="{AB84877A-1C46-3FE1-B91B-4918D7775137}"/>
          </ac:spMkLst>
        </pc:spChg>
        <pc:spChg chg="add mod">
          <ac:chgData name="Daniel Agbogidi" userId="e0f5edde3173dd4e" providerId="LiveId" clId="{502729D8-E8FF-4FF0-9DC9-E8882DDD285A}" dt="2026-10-06T17:51:58.691" v="1904"/>
          <ac:spMkLst>
            <pc:docMk/>
            <pc:sldMk cId="2093176020" sldId="1409"/>
            <ac:spMk id="5" creationId="{8034D7ED-5A83-2144-3FA7-CD2E70CF338A}"/>
          </ac:spMkLst>
        </pc:spChg>
        <pc:spChg chg="add mod">
          <ac:chgData name="Daniel Agbogidi" userId="e0f5edde3173dd4e" providerId="LiveId" clId="{502729D8-E8FF-4FF0-9DC9-E8882DDD285A}" dt="2026-10-06T17:51:58.723" v="1928" actId="947"/>
          <ac:spMkLst>
            <pc:docMk/>
            <pc:sldMk cId="2093176020" sldId="1409"/>
            <ac:spMk id="6" creationId="{5DAD64EF-9BCA-2045-520C-BC19736C46AC}"/>
          </ac:spMkLst>
        </pc:spChg>
        <pc:spChg chg="add mod">
          <ac:chgData name="Daniel Agbogidi" userId="e0f5edde3173dd4e" providerId="LiveId" clId="{502729D8-E8FF-4FF0-9DC9-E8882DDD285A}" dt="2026-10-06T17:51:58.802" v="1942"/>
          <ac:spMkLst>
            <pc:docMk/>
            <pc:sldMk cId="2093176020" sldId="1409"/>
            <ac:spMk id="7" creationId="{69E19735-B5ED-72BF-23BC-165DC4847B82}"/>
          </ac:spMkLst>
        </pc:spChg>
        <pc:spChg chg="add mod">
          <ac:chgData name="Daniel Agbogidi" userId="e0f5edde3173dd4e" providerId="LiveId" clId="{502729D8-E8FF-4FF0-9DC9-E8882DDD285A}" dt="2026-10-06T17:51:58.827" v="1966" actId="947"/>
          <ac:spMkLst>
            <pc:docMk/>
            <pc:sldMk cId="2093176020" sldId="1409"/>
            <ac:spMk id="8" creationId="{34D95AC5-49C1-BA4A-93B2-36F5B6E6BA28}"/>
          </ac:spMkLst>
        </pc:spChg>
        <pc:spChg chg="add mod">
          <ac:chgData name="Daniel Agbogidi" userId="e0f5edde3173dd4e" providerId="LiveId" clId="{502729D8-E8FF-4FF0-9DC9-E8882DDD285A}" dt="2026-10-06T17:51:58.842" v="1980"/>
          <ac:spMkLst>
            <pc:docMk/>
            <pc:sldMk cId="2093176020" sldId="1409"/>
            <ac:spMk id="9" creationId="{74C08894-764F-296E-1896-0A5AD9630A53}"/>
          </ac:spMkLst>
        </pc:spChg>
        <pc:spChg chg="add mod">
          <ac:chgData name="Daniel Agbogidi" userId="e0f5edde3173dd4e" providerId="LiveId" clId="{502729D8-E8FF-4FF0-9DC9-E8882DDD285A}" dt="2026-10-06T17:51:58.874" v="2004" actId="947"/>
          <ac:spMkLst>
            <pc:docMk/>
            <pc:sldMk cId="2093176020" sldId="1409"/>
            <ac:spMk id="10" creationId="{E01A15B8-2358-367C-7CB1-C534971BE54C}"/>
          </ac:spMkLst>
        </pc:spChg>
        <pc:spChg chg="add mod">
          <ac:chgData name="Daniel Agbogidi" userId="e0f5edde3173dd4e" providerId="LiveId" clId="{502729D8-E8FF-4FF0-9DC9-E8882DDD285A}" dt="2026-10-06T17:51:58.890" v="2018"/>
          <ac:spMkLst>
            <pc:docMk/>
            <pc:sldMk cId="2093176020" sldId="1409"/>
            <ac:spMk id="11" creationId="{71FDE951-9A34-81B0-2F4B-B8A7110C492B}"/>
          </ac:spMkLst>
        </pc:spChg>
        <pc:spChg chg="add mod">
          <ac:chgData name="Daniel Agbogidi" userId="e0f5edde3173dd4e" providerId="LiveId" clId="{502729D8-E8FF-4FF0-9DC9-E8882DDD285A}" dt="2026-10-06T17:51:58.910" v="2042" actId="947"/>
          <ac:spMkLst>
            <pc:docMk/>
            <pc:sldMk cId="2093176020" sldId="1409"/>
            <ac:spMk id="12" creationId="{C5AC6572-CB4A-E4F4-BD32-DCBC3525CC6F}"/>
          </ac:spMkLst>
        </pc:spChg>
        <pc:picChg chg="add mod ord">
          <ac:chgData name="Daniel Agbogidi" userId="e0f5edde3173dd4e" providerId="LiveId" clId="{502729D8-E8FF-4FF0-9DC9-E8882DDD285A}" dt="2026-10-06T18:10:48.742" v="2380" actId="931"/>
          <ac:picMkLst>
            <pc:docMk/>
            <pc:sldMk cId="2093176020" sldId="1409"/>
            <ac:picMk id="14" creationId="{655920AD-FF52-A87D-0D8D-3E2D49C50817}"/>
          </ac:picMkLst>
        </pc:picChg>
      </pc:sldChg>
      <pc:sldChg chg="addSp delSp modSp add mod modNotes">
        <pc:chgData name="Daniel Agbogidi" userId="e0f5edde3173dd4e" providerId="LiveId" clId="{502729D8-E8FF-4FF0-9DC9-E8882DDD285A}" dt="2026-10-06T18:18:50.522" v="2381" actId="931"/>
        <pc:sldMkLst>
          <pc:docMk/>
          <pc:sldMk cId="4229801779" sldId="1410"/>
        </pc:sldMkLst>
        <pc:spChg chg="mod">
          <ac:chgData name="Daniel Agbogidi" userId="e0f5edde3173dd4e" providerId="LiveId" clId="{502729D8-E8FF-4FF0-9DC9-E8882DDD285A}" dt="2026-10-06T17:51:58.922" v="2045" actId="20577"/>
          <ac:spMkLst>
            <pc:docMk/>
            <pc:sldMk cId="4229801779" sldId="1410"/>
            <ac:spMk id="2" creationId="{B5DA251F-298A-0333-E08E-D317D6E498A1}"/>
          </ac:spMkLst>
        </pc:spChg>
        <pc:spChg chg="del">
          <ac:chgData name="Daniel Agbogidi" userId="e0f5edde3173dd4e" providerId="LiveId" clId="{502729D8-E8FF-4FF0-9DC9-E8882DDD285A}" dt="2026-10-06T18:18:50.522" v="2381" actId="931"/>
          <ac:spMkLst>
            <pc:docMk/>
            <pc:sldMk cId="4229801779" sldId="1410"/>
            <ac:spMk id="3" creationId="{76F544B1-B167-6CBB-61F1-D6954ACE62CF}"/>
          </ac:spMkLst>
        </pc:spChg>
        <pc:spChg chg="add mod">
          <ac:chgData name="Daniel Agbogidi" userId="e0f5edde3173dd4e" providerId="LiveId" clId="{502729D8-E8FF-4FF0-9DC9-E8882DDD285A}" dt="2026-10-06T17:51:58.954" v="2066" actId="948"/>
          <ac:spMkLst>
            <pc:docMk/>
            <pc:sldMk cId="4229801779" sldId="1410"/>
            <ac:spMk id="4" creationId="{C88EAD22-828A-ADC2-985D-150B51446067}"/>
          </ac:spMkLst>
        </pc:spChg>
        <pc:spChg chg="add mod">
          <ac:chgData name="Daniel Agbogidi" userId="e0f5edde3173dd4e" providerId="LiveId" clId="{502729D8-E8FF-4FF0-9DC9-E8882DDD285A}" dt="2026-10-06T17:51:58.970" v="2080"/>
          <ac:spMkLst>
            <pc:docMk/>
            <pc:sldMk cId="4229801779" sldId="1410"/>
            <ac:spMk id="5" creationId="{1754FC0B-A760-340D-6634-5A2C4290B4C1}"/>
          </ac:spMkLst>
        </pc:spChg>
        <pc:spChg chg="add mod">
          <ac:chgData name="Daniel Agbogidi" userId="e0f5edde3173dd4e" providerId="LiveId" clId="{502729D8-E8FF-4FF0-9DC9-E8882DDD285A}" dt="2026-10-06T17:51:58.994" v="2101" actId="948"/>
          <ac:spMkLst>
            <pc:docMk/>
            <pc:sldMk cId="4229801779" sldId="1410"/>
            <ac:spMk id="6" creationId="{FF201BED-E050-71DC-774A-4BBE28332028}"/>
          </ac:spMkLst>
        </pc:spChg>
        <pc:spChg chg="add mod">
          <ac:chgData name="Daniel Agbogidi" userId="e0f5edde3173dd4e" providerId="LiveId" clId="{502729D8-E8FF-4FF0-9DC9-E8882DDD285A}" dt="2026-10-06T17:51:59.009" v="2115"/>
          <ac:spMkLst>
            <pc:docMk/>
            <pc:sldMk cId="4229801779" sldId="1410"/>
            <ac:spMk id="7" creationId="{03D5698D-6A56-AE84-7FA9-7443AE4E8A70}"/>
          </ac:spMkLst>
        </pc:spChg>
        <pc:spChg chg="add mod">
          <ac:chgData name="Daniel Agbogidi" userId="e0f5edde3173dd4e" providerId="LiveId" clId="{502729D8-E8FF-4FF0-9DC9-E8882DDD285A}" dt="2026-10-06T17:51:59.027" v="2136" actId="948"/>
          <ac:spMkLst>
            <pc:docMk/>
            <pc:sldMk cId="4229801779" sldId="1410"/>
            <ac:spMk id="8" creationId="{EF8C38AA-63FE-968A-57F2-59E3220A52C7}"/>
          </ac:spMkLst>
        </pc:spChg>
        <pc:spChg chg="add mod">
          <ac:chgData name="Daniel Agbogidi" userId="e0f5edde3173dd4e" providerId="LiveId" clId="{502729D8-E8FF-4FF0-9DC9-E8882DDD285A}" dt="2026-10-06T17:51:59.028" v="2150"/>
          <ac:spMkLst>
            <pc:docMk/>
            <pc:sldMk cId="4229801779" sldId="1410"/>
            <ac:spMk id="9" creationId="{81B1819B-AB61-01BF-C961-A0BE27FC12D5}"/>
          </ac:spMkLst>
        </pc:spChg>
        <pc:spChg chg="add mod">
          <ac:chgData name="Daniel Agbogidi" userId="e0f5edde3173dd4e" providerId="LiveId" clId="{502729D8-E8FF-4FF0-9DC9-E8882DDD285A}" dt="2026-10-06T17:51:59.060" v="2171" actId="948"/>
          <ac:spMkLst>
            <pc:docMk/>
            <pc:sldMk cId="4229801779" sldId="1410"/>
            <ac:spMk id="10" creationId="{C2FD6C17-5459-8759-5626-12DA5C227062}"/>
          </ac:spMkLst>
        </pc:spChg>
        <pc:spChg chg="add mod">
          <ac:chgData name="Daniel Agbogidi" userId="e0f5edde3173dd4e" providerId="LiveId" clId="{502729D8-E8FF-4FF0-9DC9-E8882DDD285A}" dt="2026-10-06T17:51:59.060" v="2185"/>
          <ac:spMkLst>
            <pc:docMk/>
            <pc:sldMk cId="4229801779" sldId="1410"/>
            <ac:spMk id="11" creationId="{2FA509B5-F256-E8BF-598F-166CFA8ED5B3}"/>
          </ac:spMkLst>
        </pc:spChg>
        <pc:spChg chg="add mod">
          <ac:chgData name="Daniel Agbogidi" userId="e0f5edde3173dd4e" providerId="LiveId" clId="{502729D8-E8FF-4FF0-9DC9-E8882DDD285A}" dt="2026-10-06T17:51:59.094" v="2206" actId="948"/>
          <ac:spMkLst>
            <pc:docMk/>
            <pc:sldMk cId="4229801779" sldId="1410"/>
            <ac:spMk id="12" creationId="{D3378133-33C0-2EAC-9BCC-F75DA1D7E3D0}"/>
          </ac:spMkLst>
        </pc:spChg>
        <pc:spChg chg="add mod">
          <ac:chgData name="Daniel Agbogidi" userId="e0f5edde3173dd4e" providerId="LiveId" clId="{502729D8-E8FF-4FF0-9DC9-E8882DDD285A}" dt="2026-10-06T17:51:59.115" v="2227" actId="948"/>
          <ac:spMkLst>
            <pc:docMk/>
            <pc:sldMk cId="4229801779" sldId="1410"/>
            <ac:spMk id="13" creationId="{3E20B807-9EBF-1220-A48E-175AF17A72CE}"/>
          </ac:spMkLst>
        </pc:spChg>
        <pc:spChg chg="add mod">
          <ac:chgData name="Daniel Agbogidi" userId="e0f5edde3173dd4e" providerId="LiveId" clId="{502729D8-E8FF-4FF0-9DC9-E8882DDD285A}" dt="2026-10-06T17:51:59.144" v="2239"/>
          <ac:spMkLst>
            <pc:docMk/>
            <pc:sldMk cId="4229801779" sldId="1410"/>
            <ac:spMk id="14" creationId="{4869D96B-D702-6CD2-A416-30BDCF37835F}"/>
          </ac:spMkLst>
        </pc:spChg>
        <pc:spChg chg="add mod">
          <ac:chgData name="Daniel Agbogidi" userId="e0f5edde3173dd4e" providerId="LiveId" clId="{502729D8-E8FF-4FF0-9DC9-E8882DDD285A}" dt="2026-10-06T17:51:59.144" v="2242"/>
          <ac:spMkLst>
            <pc:docMk/>
            <pc:sldMk cId="4229801779" sldId="1410"/>
            <ac:spMk id="15" creationId="{2FC5EE66-250E-3B4F-00CD-4C64FDCEB032}"/>
          </ac:spMkLst>
        </pc:spChg>
        <pc:spChg chg="add mod">
          <ac:chgData name="Daniel Agbogidi" userId="e0f5edde3173dd4e" providerId="LiveId" clId="{502729D8-E8FF-4FF0-9DC9-E8882DDD285A}" dt="2026-10-06T17:51:59.159" v="2254"/>
          <ac:spMkLst>
            <pc:docMk/>
            <pc:sldMk cId="4229801779" sldId="1410"/>
            <ac:spMk id="16" creationId="{A1497296-0A71-A848-2567-CF114A035721}"/>
          </ac:spMkLst>
        </pc:spChg>
        <pc:spChg chg="add mod">
          <ac:chgData name="Daniel Agbogidi" userId="e0f5edde3173dd4e" providerId="LiveId" clId="{502729D8-E8FF-4FF0-9DC9-E8882DDD285A}" dt="2026-10-06T17:51:59.167" v="2257"/>
          <ac:spMkLst>
            <pc:docMk/>
            <pc:sldMk cId="4229801779" sldId="1410"/>
            <ac:spMk id="17" creationId="{94AF86A9-6FEE-418D-AB6B-4C1E3B94FA87}"/>
          </ac:spMkLst>
        </pc:spChg>
        <pc:spChg chg="add mod">
          <ac:chgData name="Daniel Agbogidi" userId="e0f5edde3173dd4e" providerId="LiveId" clId="{502729D8-E8FF-4FF0-9DC9-E8882DDD285A}" dt="2026-10-06T17:51:59.182" v="2269"/>
          <ac:spMkLst>
            <pc:docMk/>
            <pc:sldMk cId="4229801779" sldId="1410"/>
            <ac:spMk id="18" creationId="{938FE5E6-6763-A0E6-FD8D-486A3E5663AC}"/>
          </ac:spMkLst>
        </pc:spChg>
        <pc:picChg chg="add mod ord">
          <ac:chgData name="Daniel Agbogidi" userId="e0f5edde3173dd4e" providerId="LiveId" clId="{502729D8-E8FF-4FF0-9DC9-E8882DDD285A}" dt="2026-10-06T18:18:50.522" v="2381" actId="931"/>
          <ac:picMkLst>
            <pc:docMk/>
            <pc:sldMk cId="4229801779" sldId="1410"/>
            <ac:picMk id="20" creationId="{8480A882-7EB0-C418-3D00-F3F124445A18}"/>
          </ac:picMkLst>
        </pc:picChg>
      </pc:sldChg>
      <pc:sldChg chg="addSp modSp add mod modNotes">
        <pc:chgData name="Daniel Agbogidi" userId="e0f5edde3173dd4e" providerId="LiveId" clId="{502729D8-E8FF-4FF0-9DC9-E8882DDD285A}" dt="2026-10-06T17:51:59.292" v="2336" actId="20577"/>
        <pc:sldMkLst>
          <pc:docMk/>
          <pc:sldMk cId="987877568" sldId="1411"/>
        </pc:sldMkLst>
        <pc:spChg chg="mod">
          <ac:chgData name="Daniel Agbogidi" userId="e0f5edde3173dd4e" providerId="LiveId" clId="{502729D8-E8FF-4FF0-9DC9-E8882DDD285A}" dt="2026-10-06T17:51:59.191" v="2272" actId="20577"/>
          <ac:spMkLst>
            <pc:docMk/>
            <pc:sldMk cId="987877568" sldId="1411"/>
            <ac:spMk id="2" creationId="{0939FCB9-F72E-5726-A722-461A4C01156C}"/>
          </ac:spMkLst>
        </pc:spChg>
        <pc:spChg chg="add mod">
          <ac:chgData name="Daniel Agbogidi" userId="e0f5edde3173dd4e" providerId="LiveId" clId="{502729D8-E8FF-4FF0-9DC9-E8882DDD285A}" dt="2026-10-06T17:51:59.248" v="2304" actId="948"/>
          <ac:spMkLst>
            <pc:docMk/>
            <pc:sldMk cId="987877568" sldId="1411"/>
            <ac:spMk id="3" creationId="{74601561-1567-1F0C-8B1B-293D2A345676}"/>
          </ac:spMkLst>
        </pc:spChg>
        <pc:spChg chg="add mod">
          <ac:chgData name="Daniel Agbogidi" userId="e0f5edde3173dd4e" providerId="LiveId" clId="{502729D8-E8FF-4FF0-9DC9-E8882DDD285A}" dt="2026-10-06T17:51:59.256" v="2309"/>
          <ac:spMkLst>
            <pc:docMk/>
            <pc:sldMk cId="987877568" sldId="1411"/>
            <ac:spMk id="4" creationId="{805AB482-CE85-CECF-E9B0-7D8908FE74D3}"/>
          </ac:spMkLst>
        </pc:spChg>
        <pc:spChg chg="add mod">
          <ac:chgData name="Daniel Agbogidi" userId="e0f5edde3173dd4e" providerId="LiveId" clId="{502729D8-E8FF-4FF0-9DC9-E8882DDD285A}" dt="2026-10-06T17:51:59.292" v="2335" actId="948"/>
          <ac:spMkLst>
            <pc:docMk/>
            <pc:sldMk cId="987877568" sldId="1411"/>
            <ac:spMk id="7" creationId="{514E7E81-1993-A8C4-D540-11EA736E2D24}"/>
          </ac:spMkLst>
        </pc:spChg>
        <pc:picChg chg="add mod">
          <ac:chgData name="Daniel Agbogidi" userId="e0f5edde3173dd4e" providerId="LiveId" clId="{502729D8-E8FF-4FF0-9DC9-E8882DDD285A}" dt="2026-10-06T17:51:59.277" v="2314"/>
          <ac:picMkLst>
            <pc:docMk/>
            <pc:sldMk cId="987877568" sldId="1411"/>
            <ac:picMk id="6" creationId="{DABDAB99-BD3E-1D31-EAF7-7EB3BD7C93AF}"/>
          </ac:picMkLst>
        </pc:picChg>
      </pc:sldChg>
      <pc:sldMasterChg chg="setBg modSldLayout">
        <pc:chgData name="Daniel Agbogidi" userId="e0f5edde3173dd4e" providerId="LiveId" clId="{502729D8-E8FF-4FF0-9DC9-E8882DDD285A}" dt="2026-10-06T17:51:55.976" v="107"/>
        <pc:sldMasterMkLst>
          <pc:docMk/>
          <pc:sldMasterMk cId="1058072501" sldId="2147483744"/>
        </pc:sldMasterMkLst>
        <pc:sldLayoutChg chg="addSp delSp modSp mod">
          <pc:chgData name="Daniel Agbogidi" userId="e0f5edde3173dd4e" providerId="LiveId" clId="{502729D8-E8FF-4FF0-9DC9-E8882DDD285A}" dt="2026-10-06T17:51:55.792" v="29" actId="139"/>
          <pc:sldLayoutMkLst>
            <pc:docMk/>
            <pc:sldMasterMk cId="1058072501" sldId="2147483744"/>
            <pc:sldLayoutMk cId="3575932474" sldId="2147483756"/>
          </pc:sldLayoutMkLst>
          <pc:spChg chg="del">
            <ac:chgData name="Daniel Agbogidi" userId="e0f5edde3173dd4e" providerId="LiveId" clId="{502729D8-E8FF-4FF0-9DC9-E8882DDD285A}" dt="2026-10-06T17:51:55.622" v="11"/>
            <ac:spMkLst>
              <pc:docMk/>
              <pc:sldMasterMk cId="1058072501" sldId="2147483744"/>
              <pc:sldLayoutMk cId="3575932474" sldId="2147483756"/>
              <ac:spMk id="2" creationId="{4DBEE713-6834-16C4-8501-DB4A51106F19}"/>
            </ac:spMkLst>
          </pc:spChg>
          <pc:spChg chg="del">
            <ac:chgData name="Daniel Agbogidi" userId="e0f5edde3173dd4e" providerId="LiveId" clId="{502729D8-E8FF-4FF0-9DC9-E8882DDD285A}" dt="2026-10-06T17:51:55.619" v="9"/>
            <ac:spMkLst>
              <pc:docMk/>
              <pc:sldMasterMk cId="1058072501" sldId="2147483744"/>
              <pc:sldLayoutMk cId="3575932474" sldId="2147483756"/>
              <ac:spMk id="3" creationId="{F74F28B3-48E0-D3E4-49A5-ACFDBC64146C}"/>
            </ac:spMkLst>
          </pc:spChg>
          <pc:spChg chg="del">
            <ac:chgData name="Daniel Agbogidi" userId="e0f5edde3173dd4e" providerId="LiveId" clId="{502729D8-E8FF-4FF0-9DC9-E8882DDD285A}" dt="2026-10-06T17:51:55.617" v="7"/>
            <ac:spMkLst>
              <pc:docMk/>
              <pc:sldMasterMk cId="1058072501" sldId="2147483744"/>
              <pc:sldLayoutMk cId="3575932474" sldId="2147483756"/>
              <ac:spMk id="4" creationId="{D8371772-A526-0E43-7895-B9D06D0A58FC}"/>
            </ac:spMkLst>
          </pc:spChg>
          <pc:spChg chg="del">
            <ac:chgData name="Daniel Agbogidi" userId="e0f5edde3173dd4e" providerId="LiveId" clId="{502729D8-E8FF-4FF0-9DC9-E8882DDD285A}" dt="2026-10-06T17:51:55.614" v="5"/>
            <ac:spMkLst>
              <pc:docMk/>
              <pc:sldMasterMk cId="1058072501" sldId="2147483744"/>
              <pc:sldLayoutMk cId="3575932474" sldId="2147483756"/>
              <ac:spMk id="5" creationId="{E757115C-15AC-3F54-3510-78A2B1377013}"/>
            </ac:spMkLst>
          </pc:spChg>
          <pc:spChg chg="add mod">
            <ac:chgData name="Daniel Agbogidi" userId="e0f5edde3173dd4e" providerId="LiveId" clId="{502729D8-E8FF-4FF0-9DC9-E8882DDD285A}" dt="2026-10-06T17:51:55.792" v="29" actId="139"/>
            <ac:spMkLst>
              <pc:docMk/>
              <pc:sldMasterMk cId="1058072501" sldId="2147483744"/>
              <pc:sldLayoutMk cId="3575932474" sldId="2147483756"/>
              <ac:spMk id="6" creationId="{FC02CB08-E975-C078-F525-D4239A907C56}"/>
            </ac:spMkLst>
          </pc:spChg>
        </pc:sldLayoutChg>
        <pc:sldLayoutChg chg="addSp delSp modSp mod">
          <pc:chgData name="Daniel Agbogidi" userId="e0f5edde3173dd4e" providerId="LiveId" clId="{502729D8-E8FF-4FF0-9DC9-E8882DDD285A}" dt="2026-10-06T17:51:55.916" v="70" actId="207"/>
          <pc:sldLayoutMkLst>
            <pc:docMk/>
            <pc:sldMasterMk cId="1058072501" sldId="2147483744"/>
            <pc:sldLayoutMk cId="605936556" sldId="2147483757"/>
          </pc:sldLayoutMkLst>
          <pc:spChg chg="del">
            <ac:chgData name="Daniel Agbogidi" userId="e0f5edde3173dd4e" providerId="LiveId" clId="{502729D8-E8FF-4FF0-9DC9-E8882DDD285A}" dt="2026-10-06T17:51:55.797" v="37"/>
            <ac:spMkLst>
              <pc:docMk/>
              <pc:sldMasterMk cId="1058072501" sldId="2147483744"/>
              <pc:sldLayoutMk cId="605936556" sldId="2147483757"/>
              <ac:spMk id="2" creationId="{EC027CF0-4BB1-A023-A467-D2A2D8296BB6}"/>
            </ac:spMkLst>
          </pc:spChg>
          <pc:spChg chg="del">
            <ac:chgData name="Daniel Agbogidi" userId="e0f5edde3173dd4e" providerId="LiveId" clId="{502729D8-E8FF-4FF0-9DC9-E8882DDD285A}" dt="2026-10-06T17:51:55.797" v="35"/>
            <ac:spMkLst>
              <pc:docMk/>
              <pc:sldMasterMk cId="1058072501" sldId="2147483744"/>
              <pc:sldLayoutMk cId="605936556" sldId="2147483757"/>
              <ac:spMk id="3" creationId="{99C26189-D546-8C07-FDEB-79DF616A7F67}"/>
            </ac:spMkLst>
          </pc:spChg>
          <pc:spChg chg="del">
            <ac:chgData name="Daniel Agbogidi" userId="e0f5edde3173dd4e" providerId="LiveId" clId="{502729D8-E8FF-4FF0-9DC9-E8882DDD285A}" dt="2026-10-06T17:51:55.797" v="33"/>
            <ac:spMkLst>
              <pc:docMk/>
              <pc:sldMasterMk cId="1058072501" sldId="2147483744"/>
              <pc:sldLayoutMk cId="605936556" sldId="2147483757"/>
              <ac:spMk id="4" creationId="{C1DA9681-D0C1-7291-4D79-18DE33F5FBC8}"/>
            </ac:spMkLst>
          </pc:spChg>
          <pc:spChg chg="del">
            <ac:chgData name="Daniel Agbogidi" userId="e0f5edde3173dd4e" providerId="LiveId" clId="{502729D8-E8FF-4FF0-9DC9-E8882DDD285A}" dt="2026-10-06T17:51:55.797" v="31"/>
            <ac:spMkLst>
              <pc:docMk/>
              <pc:sldMasterMk cId="1058072501" sldId="2147483744"/>
              <pc:sldLayoutMk cId="605936556" sldId="2147483757"/>
              <ac:spMk id="5" creationId="{70C1D1E2-5E8F-A5A2-58DD-B86F5781F932}"/>
            </ac:spMkLst>
          </pc:spChg>
          <pc:spChg chg="add mod">
            <ac:chgData name="Daniel Agbogidi" userId="e0f5edde3173dd4e" providerId="LiveId" clId="{502729D8-E8FF-4FF0-9DC9-E8882DDD285A}" dt="2026-10-06T17:51:55.824" v="55" actId="139"/>
            <ac:spMkLst>
              <pc:docMk/>
              <pc:sldMasterMk cId="1058072501" sldId="2147483744"/>
              <pc:sldLayoutMk cId="605936556" sldId="2147483757"/>
              <ac:spMk id="6" creationId="{766AFBB3-17D6-E405-1500-E6B06FB45093}"/>
            </ac:spMkLst>
          </pc:spChg>
          <pc:spChg chg="add mod">
            <ac:chgData name="Daniel Agbogidi" userId="e0f5edde3173dd4e" providerId="LiveId" clId="{502729D8-E8FF-4FF0-9DC9-E8882DDD285A}" dt="2026-10-06T17:51:55.877" v="60"/>
            <ac:spMkLst>
              <pc:docMk/>
              <pc:sldMasterMk cId="1058072501" sldId="2147483744"/>
              <pc:sldLayoutMk cId="605936556" sldId="2147483757"/>
              <ac:spMk id="7" creationId="{9FB33AC1-4F50-50B6-32C2-6BAD6C70D057}"/>
            </ac:spMkLst>
          </pc:spChg>
          <pc:spChg chg="add mod">
            <ac:chgData name="Daniel Agbogidi" userId="e0f5edde3173dd4e" providerId="LiveId" clId="{502729D8-E8FF-4FF0-9DC9-E8882DDD285A}" dt="2026-10-06T17:51:55.916" v="70" actId="207"/>
            <ac:spMkLst>
              <pc:docMk/>
              <pc:sldMasterMk cId="1058072501" sldId="2147483744"/>
              <pc:sldLayoutMk cId="605936556" sldId="2147483757"/>
              <ac:spMk id="8" creationId="{70849004-7018-340F-BF74-B95CEE683607}"/>
            </ac:spMkLst>
          </pc:spChg>
        </pc:sldLayoutChg>
        <pc:sldLayoutChg chg="addSp delSp modSp mod setBg">
          <pc:chgData name="Daniel Agbogidi" userId="e0f5edde3173dd4e" providerId="LiveId" clId="{502729D8-E8FF-4FF0-9DC9-E8882DDD285A}" dt="2026-10-06T17:51:55.964" v="99" actId="139"/>
          <pc:sldLayoutMkLst>
            <pc:docMk/>
            <pc:sldMasterMk cId="1058072501" sldId="2147483744"/>
            <pc:sldLayoutMk cId="3301564574" sldId="2147483758"/>
          </pc:sldLayoutMkLst>
          <pc:spChg chg="del">
            <ac:chgData name="Daniel Agbogidi" userId="e0f5edde3173dd4e" providerId="LiveId" clId="{502729D8-E8FF-4FF0-9DC9-E8882DDD285A}" dt="2026-10-06T17:51:55.931" v="78"/>
            <ac:spMkLst>
              <pc:docMk/>
              <pc:sldMasterMk cId="1058072501" sldId="2147483744"/>
              <pc:sldLayoutMk cId="3301564574" sldId="2147483758"/>
              <ac:spMk id="2" creationId="{0EBA7B14-D7DE-22F6-DF76-4FB47AA80B24}"/>
            </ac:spMkLst>
          </pc:spChg>
          <pc:spChg chg="del">
            <ac:chgData name="Daniel Agbogidi" userId="e0f5edde3173dd4e" providerId="LiveId" clId="{502729D8-E8FF-4FF0-9DC9-E8882DDD285A}" dt="2026-10-06T17:51:55.928" v="76"/>
            <ac:spMkLst>
              <pc:docMk/>
              <pc:sldMasterMk cId="1058072501" sldId="2147483744"/>
              <pc:sldLayoutMk cId="3301564574" sldId="2147483758"/>
              <ac:spMk id="3" creationId="{96743F2E-BED9-8807-2CA3-95DF39DE955E}"/>
            </ac:spMkLst>
          </pc:spChg>
          <pc:spChg chg="del">
            <ac:chgData name="Daniel Agbogidi" userId="e0f5edde3173dd4e" providerId="LiveId" clId="{502729D8-E8FF-4FF0-9DC9-E8882DDD285A}" dt="2026-10-06T17:51:55.926" v="74"/>
            <ac:spMkLst>
              <pc:docMk/>
              <pc:sldMasterMk cId="1058072501" sldId="2147483744"/>
              <pc:sldLayoutMk cId="3301564574" sldId="2147483758"/>
              <ac:spMk id="4" creationId="{56813B5A-52BA-3C03-DE49-08DA2D0ECBCE}"/>
            </ac:spMkLst>
          </pc:spChg>
          <pc:spChg chg="del">
            <ac:chgData name="Daniel Agbogidi" userId="e0f5edde3173dd4e" providerId="LiveId" clId="{502729D8-E8FF-4FF0-9DC9-E8882DDD285A}" dt="2026-10-06T17:51:55.925" v="72"/>
            <ac:spMkLst>
              <pc:docMk/>
              <pc:sldMasterMk cId="1058072501" sldId="2147483744"/>
              <pc:sldLayoutMk cId="3301564574" sldId="2147483758"/>
              <ac:spMk id="5" creationId="{DEB513D9-F943-EA14-F7CE-9034AD14FEFA}"/>
            </ac:spMkLst>
          </pc:spChg>
          <pc:spChg chg="add mod">
            <ac:chgData name="Daniel Agbogidi" userId="e0f5edde3173dd4e" providerId="LiveId" clId="{502729D8-E8FF-4FF0-9DC9-E8882DDD285A}" dt="2026-10-06T17:51:55.964" v="99" actId="139"/>
            <ac:spMkLst>
              <pc:docMk/>
              <pc:sldMasterMk cId="1058072501" sldId="2147483744"/>
              <pc:sldLayoutMk cId="3301564574" sldId="2147483758"/>
              <ac:spMk id="6" creationId="{451681C4-499D-E893-8633-42D4A70B5993}"/>
            </ac:spMkLst>
          </pc:spChg>
        </pc:sldLayoutChg>
        <pc:sldLayoutChg chg="delSp mod">
          <pc:chgData name="Daniel Agbogidi" userId="e0f5edde3173dd4e" providerId="LiveId" clId="{502729D8-E8FF-4FF0-9DC9-E8882DDD285A}" dt="2026-10-06T17:51:55.976" v="107"/>
          <pc:sldLayoutMkLst>
            <pc:docMk/>
            <pc:sldMasterMk cId="1058072501" sldId="2147483744"/>
            <pc:sldLayoutMk cId="1789804733" sldId="2147483759"/>
          </pc:sldLayoutMkLst>
          <pc:spChg chg="del">
            <ac:chgData name="Daniel Agbogidi" userId="e0f5edde3173dd4e" providerId="LiveId" clId="{502729D8-E8FF-4FF0-9DC9-E8882DDD285A}" dt="2026-10-06T17:51:55.976" v="107"/>
            <ac:spMkLst>
              <pc:docMk/>
              <pc:sldMasterMk cId="1058072501" sldId="2147483744"/>
              <pc:sldLayoutMk cId="1789804733" sldId="2147483759"/>
              <ac:spMk id="2" creationId="{D01D53CF-1F09-B405-6DBB-59006F29B2B2}"/>
            </ac:spMkLst>
          </pc:spChg>
          <pc:spChg chg="del">
            <ac:chgData name="Daniel Agbogidi" userId="e0f5edde3173dd4e" providerId="LiveId" clId="{502729D8-E8FF-4FF0-9DC9-E8882DDD285A}" dt="2026-10-06T17:51:55.975" v="105"/>
            <ac:spMkLst>
              <pc:docMk/>
              <pc:sldMasterMk cId="1058072501" sldId="2147483744"/>
              <pc:sldLayoutMk cId="1789804733" sldId="2147483759"/>
              <ac:spMk id="3" creationId="{31C036F6-C343-9616-AA56-F9E83F3301DE}"/>
            </ac:spMkLst>
          </pc:spChg>
          <pc:spChg chg="del">
            <ac:chgData name="Daniel Agbogidi" userId="e0f5edde3173dd4e" providerId="LiveId" clId="{502729D8-E8FF-4FF0-9DC9-E8882DDD285A}" dt="2026-10-06T17:51:55.973" v="103"/>
            <ac:spMkLst>
              <pc:docMk/>
              <pc:sldMasterMk cId="1058072501" sldId="2147483744"/>
              <pc:sldLayoutMk cId="1789804733" sldId="2147483759"/>
              <ac:spMk id="4" creationId="{4C4055D1-E1E4-6515-822B-6B7062D03755}"/>
            </ac:spMkLst>
          </pc:spChg>
          <pc:spChg chg="del">
            <ac:chgData name="Daniel Agbogidi" userId="e0f5edde3173dd4e" providerId="LiveId" clId="{502729D8-E8FF-4FF0-9DC9-E8882DDD285A}" dt="2026-10-06T17:51:55.971" v="101"/>
            <ac:spMkLst>
              <pc:docMk/>
              <pc:sldMasterMk cId="1058072501" sldId="2147483744"/>
              <pc:sldLayoutMk cId="1789804733" sldId="2147483759"/>
              <ac:spMk id="5" creationId="{A6DCCC02-7378-837D-8346-D5913EC4CB2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32035-DE9C-4B23-927B-B8BD507320C0}"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E55AC-C721-4ADC-AB93-0D667CB886F2}" type="slidenum">
              <a:rPr lang="en-US" smtClean="0"/>
              <a:t>‹#›</a:t>
            </a:fld>
            <a:endParaRPr lang="en-US"/>
          </a:p>
        </p:txBody>
      </p:sp>
    </p:spTree>
    <p:extLst>
      <p:ext uri="{BB962C8B-B14F-4D97-AF65-F5344CB8AC3E}">
        <p14:creationId xmlns:p14="http://schemas.microsoft.com/office/powerpoint/2010/main" val="52699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I'm Daniel Agbogidi, the Safe Patient Handling and Mobility (SPHM) Program Manager.
In this session:
- The directive and local policy behind SPHM
- Why patient handling injures caregivers, and how injuries build up over time
- The high-risk tasks and risk factors to watch for
- What to do when a Veteran refuses equipment, and who to ask for help</a:t>
            </a:r>
          </a:p>
        </p:txBody>
      </p:sp>
      <p:sp>
        <p:nvSpPr>
          <p:cNvPr id="4" name="Slide Number Placeholder 3"/>
          <p:cNvSpPr>
            <a:spLocks noGrp="1"/>
          </p:cNvSpPr>
          <p:nvPr>
            <p:ph type="sldNum" sz="quarter" idx="5"/>
          </p:nvPr>
        </p:nvSpPr>
        <p:spPr/>
        <p:txBody>
          <a:bodyPr/>
          <a:lstStyle/>
          <a:p>
            <a:fld id="{92FE55AC-C721-4ADC-AB93-0D667CB886F2}" type="slidenum">
              <a:rPr lang="en-US" smtClean="0"/>
              <a:t>1</a:t>
            </a:fld>
            <a:endParaRPr lang="en-US"/>
          </a:p>
        </p:txBody>
      </p:sp>
    </p:spTree>
    <p:extLst>
      <p:ext uri="{BB962C8B-B14F-4D97-AF65-F5344CB8AC3E}">
        <p14:creationId xmlns:p14="http://schemas.microsoft.com/office/powerpoint/2010/main" val="2151790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SPHM is of nationwide importance, and it's required.
1. VHA Directive 1611 establishes SPHM as a Veterans Health Administration priority. Every VA medical facility must implement an SPHM program, and SPHM technology must be built into the design of new construction and renovations. The goals: protect health care workers and Veterans from handling injuries, and give every Veteran equitable access to SPHM technology.
2. Locally, Medical Center Policy 118-21-013 sets the SPHM policy for VA Central California.
The line to remember from the directive: employees MUST use SPHM technology for routine and urgent patient handling tasks that require lifting more than 35 lb of patient weight, or that require excessive force, such as repositioning a Veteran in bed by pushing, pulling or supporting them during mobility.
[Optional: play the ANA safe patient handling video here: https://youtu.be/Bss2VEvrdcw]</a:t>
            </a:r>
          </a:p>
        </p:txBody>
      </p:sp>
      <p:sp>
        <p:nvSpPr>
          <p:cNvPr id="4" name="Slide Number Placeholder 3"/>
          <p:cNvSpPr>
            <a:spLocks noGrp="1"/>
          </p:cNvSpPr>
          <p:nvPr>
            <p:ph type="sldNum" sz="quarter" idx="5"/>
          </p:nvPr>
        </p:nvSpPr>
        <p:spPr/>
        <p:txBody>
          <a:bodyPr/>
          <a:lstStyle/>
          <a:p>
            <a:fld id="{92FE55AC-C721-4ADC-AB93-0D667CB886F2}" type="slidenum">
              <a:rPr lang="en-US" smtClean="0"/>
              <a:t>2</a:t>
            </a:fld>
            <a:endParaRPr lang="en-US"/>
          </a:p>
        </p:txBody>
      </p:sp>
    </p:spTree>
    <p:extLst>
      <p:ext uri="{BB962C8B-B14F-4D97-AF65-F5344CB8AC3E}">
        <p14:creationId xmlns:p14="http://schemas.microsoft.com/office/powerpoint/2010/main" val="2179453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SPHM program has two purposes:
1. Reduce the risk of work-related injury from patient handling and mobility tasks.
2. Reduce the risk of patient injury from those same tasks.
Why it matters: health care workers are at very high risk for injury, and according to OSHA, manual patient handling is the primary driver. In 2017, nursing assistants were second only to laborers and freight, stock and material movers in the number of musculoskeletal cases.
Illustration suggestion: a nurse and a Veteran smiling together as a ceiling lift gently raises the Veteran from bed to chair, both protected.</a:t>
            </a:r>
          </a:p>
        </p:txBody>
      </p:sp>
      <p:sp>
        <p:nvSpPr>
          <p:cNvPr id="4" name="Slide Number Placeholder 3"/>
          <p:cNvSpPr>
            <a:spLocks noGrp="1"/>
          </p:cNvSpPr>
          <p:nvPr>
            <p:ph type="sldNum" sz="quarter" idx="5"/>
          </p:nvPr>
        </p:nvSpPr>
        <p:spPr/>
        <p:txBody>
          <a:bodyPr/>
          <a:lstStyle/>
          <a:p>
            <a:fld id="{92FE55AC-C721-4ADC-AB93-0D667CB886F2}" type="slidenum">
              <a:rPr lang="en-US" smtClean="0"/>
              <a:t>3</a:t>
            </a:fld>
            <a:endParaRPr lang="en-US"/>
          </a:p>
        </p:txBody>
      </p:sp>
    </p:spTree>
    <p:extLst>
      <p:ext uri="{BB962C8B-B14F-4D97-AF65-F5344CB8AC3E}">
        <p14:creationId xmlns:p14="http://schemas.microsoft.com/office/powerpoint/2010/main" val="335060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these injuries cost the people who do the lifting:
- 52% of nurses report low back pain, and 83% of them keep working despite the pain.
- Lifting injuries are the number one cause of lost workdays for CNAs and other health tech professions nationwide.
- According to the American Nurses Association, musculoskeletal injuries affect 38% of nurses and CNAs. The result: light duty, absences and long-term disability.
These injuries end careers. The equipment exists so they don't have to.</a:t>
            </a:r>
          </a:p>
        </p:txBody>
      </p:sp>
      <p:sp>
        <p:nvSpPr>
          <p:cNvPr id="4" name="Slide Number Placeholder 3"/>
          <p:cNvSpPr>
            <a:spLocks noGrp="1"/>
          </p:cNvSpPr>
          <p:nvPr>
            <p:ph type="sldNum" sz="quarter" idx="5"/>
          </p:nvPr>
        </p:nvSpPr>
        <p:spPr/>
        <p:txBody>
          <a:bodyPr/>
          <a:lstStyle/>
          <a:p>
            <a:fld id="{92FE55AC-C721-4ADC-AB93-0D667CB886F2}" type="slidenum">
              <a:rPr lang="en-US" smtClean="0"/>
              <a:t>4</a:t>
            </a:fld>
            <a:endParaRPr lang="en-US"/>
          </a:p>
        </p:txBody>
      </p:sp>
    </p:spTree>
    <p:extLst>
      <p:ext uri="{BB962C8B-B14F-4D97-AF65-F5344CB8AC3E}">
        <p14:creationId xmlns:p14="http://schemas.microsoft.com/office/powerpoint/2010/main" val="1139701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Bariatric patients carry an outsized share of the risk. Patients with a BMI over 35 make up about 10% of the patient population, but handling them accounts for 29.8% of injuries, 27.9% of lost time and 37.2% of light-duty time.
Why?
- Most facilities weren't designed for larger patients.
- Lifting and repositioning are harder, and there's less space to work.
- Old manual methods require too much force.
Use bariatric-rated lifts, slings and air-assisted devices, and get enough staff. Never attempt a manual bariatric transfer.
Illustration suggestion: two staff using a bariatric ceiling lift and large sling to move a larger Veteran from bed to a bariatric wheelchair, in a roomy, well-lit patient room.</a:t>
            </a:r>
          </a:p>
        </p:txBody>
      </p:sp>
      <p:sp>
        <p:nvSpPr>
          <p:cNvPr id="4" name="Slide Number Placeholder 3"/>
          <p:cNvSpPr>
            <a:spLocks noGrp="1"/>
          </p:cNvSpPr>
          <p:nvPr>
            <p:ph type="sldNum" sz="quarter" idx="5"/>
          </p:nvPr>
        </p:nvSpPr>
        <p:spPr/>
        <p:txBody>
          <a:bodyPr/>
          <a:lstStyle/>
          <a:p>
            <a:fld id="{92FE55AC-C721-4ADC-AB93-0D667CB886F2}" type="slidenum">
              <a:rPr lang="en-US" smtClean="0"/>
              <a:t>5</a:t>
            </a:fld>
            <a:endParaRPr lang="en-US"/>
          </a:p>
        </p:txBody>
      </p:sp>
    </p:spTree>
    <p:extLst>
      <p:ext uri="{BB962C8B-B14F-4D97-AF65-F5344CB8AC3E}">
        <p14:creationId xmlns:p14="http://schemas.microsoft.com/office/powerpoint/2010/main" val="361468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musculoskeletal disorder (MSD) is an injury to the musculoskeletal system: muscles, bones, joints, tendons, ligaments, nerves, cartilage and the spine. It can happen suddenly, but most patient handling MSDs develop chronically, over a long period, and affect the back, neck, shoulders and upper limbs.
Cumulative trauma doesn't cause pain until severe injury has occurred. Picture a spine going from a normal disc, to a degenerated disc, a bulging disc, a herniated disc, and finally disc degeneration with bone spurs. How much pain does that person feel at each stage? Possibly much less, or much more, than you'd expect. How would your back feel at each of these stages?
Reference: FGI, Patient Handling and Mobility Assessments: https://www.fgiguidelines.org/wp-content/uploads/2019/10/FGI-Patient-Handling-and-Mobility-Assessments_191008.pdf
Illustration suggestion: a side view of a lumbar spine in the same flat style, showing a healthy disc progressing to a bulging and then herniated disc, next to a nurse reaching to lift.</a:t>
            </a:r>
          </a:p>
        </p:txBody>
      </p:sp>
      <p:sp>
        <p:nvSpPr>
          <p:cNvPr id="4" name="Slide Number Placeholder 3"/>
          <p:cNvSpPr>
            <a:spLocks noGrp="1"/>
          </p:cNvSpPr>
          <p:nvPr>
            <p:ph type="sldNum" sz="quarter" idx="5"/>
          </p:nvPr>
        </p:nvSpPr>
        <p:spPr/>
        <p:txBody>
          <a:bodyPr/>
          <a:lstStyle/>
          <a:p>
            <a:fld id="{92FE55AC-C721-4ADC-AB93-0D667CB886F2}" type="slidenum">
              <a:rPr lang="en-US" smtClean="0"/>
              <a:t>6</a:t>
            </a:fld>
            <a:endParaRPr lang="en-US"/>
          </a:p>
        </p:txBody>
      </p:sp>
    </p:spTree>
    <p:extLst>
      <p:ext uri="{BB962C8B-B14F-4D97-AF65-F5344CB8AC3E}">
        <p14:creationId xmlns:p14="http://schemas.microsoft.com/office/powerpoint/2010/main" val="2130369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Your body and spine act as levers and fulcrums when you lift. A fulcrum is the point a lever rests on. Levers let you lift much more than you could otherwise, but they also multiply the load on your body.
If your back is the lever and your waist is the fulcrum, the weight on your low back can be about 10 times the weight you're lifting. That doesn't include your own body weight, which you're also lifting. Bending, twisting and other awkward postures make it worse.
The maximum any health care worker should lift is less than 35 lb, and turning counts. If a 150-lb caregiver turns a patient side to side with a 34–36 inch reach, the stress on the low back is:
- 100-lb (small) patient: 1,002 lb
- 150-lb (average) patient: 1,314 lb
- 200-lb patient: 1,695 lb
- 250-lb (large) patient: 2,024 lb
Health care workers are the only occupation that believes 100 pounds is light!
Reference: Illinois Wesleyan University back safety handout: https://www.iwu.edu/physical-plant/tailgate/no-month-handouts/back-safety.pdf</a:t>
            </a:r>
          </a:p>
        </p:txBody>
      </p:sp>
      <p:sp>
        <p:nvSpPr>
          <p:cNvPr id="4" name="Slide Number Placeholder 3"/>
          <p:cNvSpPr>
            <a:spLocks noGrp="1"/>
          </p:cNvSpPr>
          <p:nvPr>
            <p:ph type="sldNum" sz="quarter" idx="5"/>
          </p:nvPr>
        </p:nvSpPr>
        <p:spPr/>
        <p:txBody>
          <a:bodyPr/>
          <a:lstStyle/>
          <a:p>
            <a:fld id="{92FE55AC-C721-4ADC-AB93-0D667CB886F2}" type="slidenum">
              <a:rPr lang="en-US" smtClean="0"/>
              <a:t>7</a:t>
            </a:fld>
            <a:endParaRPr lang="en-US"/>
          </a:p>
        </p:txBody>
      </p:sp>
    </p:spTree>
    <p:extLst>
      <p:ext uri="{BB962C8B-B14F-4D97-AF65-F5344CB8AC3E}">
        <p14:creationId xmlns:p14="http://schemas.microsoft.com/office/powerpoint/2010/main" val="3328560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patient care activities are considered high risk:
- Transferring, lifting, weighing and repositioning a patient
- Pulling a patient up in a chair or bed
- Bathing, dressing and undressing a patient
- Feeding a patient
- Putting TED stockings on a patient
- Providing care in awkward positions or confined spaces
The first five carry the highest forces. There's equipment for almost every one of these tasks. Ask your Unit Peer Leader what your unit has.</a:t>
            </a:r>
          </a:p>
        </p:txBody>
      </p:sp>
      <p:sp>
        <p:nvSpPr>
          <p:cNvPr id="4" name="Slide Number Placeholder 3"/>
          <p:cNvSpPr>
            <a:spLocks noGrp="1"/>
          </p:cNvSpPr>
          <p:nvPr>
            <p:ph type="sldNum" sz="quarter" idx="5"/>
          </p:nvPr>
        </p:nvSpPr>
        <p:spPr/>
        <p:txBody>
          <a:bodyPr/>
          <a:lstStyle/>
          <a:p>
            <a:fld id="{92FE55AC-C721-4ADC-AB93-0D667CB886F2}" type="slidenum">
              <a:rPr lang="en-US" smtClean="0"/>
              <a:t>8</a:t>
            </a:fld>
            <a:endParaRPr lang="en-US"/>
          </a:p>
        </p:txBody>
      </p:sp>
    </p:spTree>
    <p:extLst>
      <p:ext uri="{BB962C8B-B14F-4D97-AF65-F5344CB8AC3E}">
        <p14:creationId xmlns:p14="http://schemas.microsoft.com/office/powerpoint/2010/main" val="4180999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Patient factors that make handling high risk:
- Patients are bulky, have no carrying handles, and can't be held close to the body.
- Patients are delicate and prone to injury if dropped.
- Patients are larger and more debilitated than they used to be, and sicker and more dependent on staff.
- Patients may be confused, or may not know their own mobility status.
- Early mobility is now expected, to reduce adverse events and shorten length of stay.
Worker factors:
- Awkward posture for long periods, and many tasks that need a bent or twisted back.
- Co-worker help isn't predictable.
- Many lifts per shift cause fatigue and can exceed safe limits.
- An aging workforce.
- Inaccurate hand-off communication, and changes in working conditions over recent decades.</a:t>
            </a:r>
          </a:p>
        </p:txBody>
      </p:sp>
      <p:sp>
        <p:nvSpPr>
          <p:cNvPr id="4" name="Slide Number Placeholder 3"/>
          <p:cNvSpPr>
            <a:spLocks noGrp="1"/>
          </p:cNvSpPr>
          <p:nvPr>
            <p:ph type="sldNum" sz="quarter" idx="5"/>
          </p:nvPr>
        </p:nvSpPr>
        <p:spPr/>
        <p:txBody>
          <a:bodyPr/>
          <a:lstStyle/>
          <a:p>
            <a:fld id="{92FE55AC-C721-4ADC-AB93-0D667CB886F2}" type="slidenum">
              <a:rPr lang="en-US" smtClean="0"/>
              <a:t>9</a:t>
            </a:fld>
            <a:endParaRPr lang="en-US"/>
          </a:p>
        </p:txBody>
      </p:sp>
    </p:spTree>
    <p:extLst>
      <p:ext uri="{BB962C8B-B14F-4D97-AF65-F5344CB8AC3E}">
        <p14:creationId xmlns:p14="http://schemas.microsoft.com/office/powerpoint/2010/main" val="2021286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 in very specific circumstances, any patient can refuse care. But a patient can't demand that staff provide care in an unsafe manner. If a Veteran refuses SPHM equipment:
1. Discuss it. Try to find out why they don't want to use the equipment. Fear, pain and past bad experiences are common reasons, and often fixable.
2. Document it. Record the refusal carefully in a nursing note, including every option offered and refused. If you find a solution, document it and pass it on to the following shifts.
3. Escalate it. Bring in your Unit Peer Leader or unit management to find an alternative. If they can't, they escalate to the SPHM Program Manager.
4. If the Veteran refuses all safe methods, management explains to the Veteran that staff aren't allowed to use methods that could endanger their own or the Veteran's safety, and that a safe method must be used, per policy, or the care can't be provided.
Illustration suggestion: a nurse sitting at eye level with an older Veteran in a chair, calmly explaining a ceiling lift sling she's holding, with the lift visible behind them.</a:t>
            </a:r>
          </a:p>
        </p:txBody>
      </p:sp>
      <p:sp>
        <p:nvSpPr>
          <p:cNvPr id="4" name="Slide Number Placeholder 3"/>
          <p:cNvSpPr>
            <a:spLocks noGrp="1"/>
          </p:cNvSpPr>
          <p:nvPr>
            <p:ph type="sldNum" sz="quarter" idx="5"/>
          </p:nvPr>
        </p:nvSpPr>
        <p:spPr/>
        <p:txBody>
          <a:bodyPr/>
          <a:lstStyle/>
          <a:p>
            <a:fld id="{92FE55AC-C721-4ADC-AB93-0D667CB886F2}" type="slidenum">
              <a:rPr lang="en-US" smtClean="0"/>
              <a:t>10</a:t>
            </a:fld>
            <a:endParaRPr lang="en-US"/>
          </a:p>
        </p:txBody>
      </p:sp>
    </p:spTree>
    <p:extLst>
      <p:ext uri="{BB962C8B-B14F-4D97-AF65-F5344CB8AC3E}">
        <p14:creationId xmlns:p14="http://schemas.microsoft.com/office/powerpoint/2010/main" val="2080773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can you direct questions to?
Every unit has leaders with extra training in SPHM equipment and technology: the Unit Peer Leaders, or UPLs. The UPL:
- Helps with ergonomic assessments
- Signs off clinical skills competencies
- Provides education on SPHM issues when needed
- Communicates needs to unit management and the SPHM Program Manager
If you can't find a UPL, contact unit management. If unit management can't help, contact the SPHM Program Manager.
Illustration suggestion: a Unit Peer Leader with a badge demonstrating a sling and ceiling lift to two new nurses at a bedside.</a:t>
            </a:r>
          </a:p>
        </p:txBody>
      </p:sp>
      <p:sp>
        <p:nvSpPr>
          <p:cNvPr id="4" name="Slide Number Placeholder 3"/>
          <p:cNvSpPr>
            <a:spLocks noGrp="1"/>
          </p:cNvSpPr>
          <p:nvPr>
            <p:ph type="sldNum" sz="quarter" idx="5"/>
          </p:nvPr>
        </p:nvSpPr>
        <p:spPr/>
        <p:txBody>
          <a:bodyPr/>
          <a:lstStyle/>
          <a:p>
            <a:fld id="{92FE55AC-C721-4ADC-AB93-0D667CB886F2}" type="slidenum">
              <a:rPr lang="en-US" smtClean="0"/>
              <a:t>11</a:t>
            </a:fld>
            <a:endParaRPr lang="en-US"/>
          </a:p>
        </p:txBody>
      </p:sp>
    </p:spTree>
    <p:extLst>
      <p:ext uri="{BB962C8B-B14F-4D97-AF65-F5344CB8AC3E}">
        <p14:creationId xmlns:p14="http://schemas.microsoft.com/office/powerpoint/2010/main" val="3339113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Take the TIME. Use the Safe Patient Handling equipment to save your spine.
Remember: do not lift more than 35 lb of patient weight. Turning and repositioning count.
Key takeaways:
- SPHM is required by VHA Directive 1611 and local policy MCP 118-21-013.
- Injuries build silently. By the time it hurts, the damage is done.
- A Veteran can refuse care, but not demand unsafe care. Discuss, document, escalate.
- Your Unit Peer Leaders are your first stop for questions.
Thank you. Questions?</a:t>
            </a:r>
          </a:p>
        </p:txBody>
      </p:sp>
      <p:sp>
        <p:nvSpPr>
          <p:cNvPr id="4" name="Slide Number Placeholder 3"/>
          <p:cNvSpPr>
            <a:spLocks noGrp="1"/>
          </p:cNvSpPr>
          <p:nvPr>
            <p:ph type="sldNum" sz="quarter" idx="5"/>
          </p:nvPr>
        </p:nvSpPr>
        <p:spPr/>
        <p:txBody>
          <a:bodyPr/>
          <a:lstStyle/>
          <a:p>
            <a:fld id="{92FE55AC-C721-4ADC-AB93-0D667CB886F2}" type="slidenum">
              <a:rPr lang="en-US" smtClean="0"/>
              <a:t>12</a:t>
            </a:fld>
            <a:endParaRPr lang="en-US"/>
          </a:p>
        </p:txBody>
      </p:sp>
    </p:spTree>
    <p:extLst>
      <p:ext uri="{BB962C8B-B14F-4D97-AF65-F5344CB8AC3E}">
        <p14:creationId xmlns:p14="http://schemas.microsoft.com/office/powerpoint/2010/main" val="118890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SPHM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C02CB08-E975-C078-F525-D4239A907C56}"/>
              </a:ext>
            </a:extLst>
          </p:cNvPr>
          <p:cNvSpPr>
            <a:spLocks noGrp="1"/>
          </p:cNvSpPr>
          <p:nvPr>
            <p:ph type="title" idx="10"/>
          </p:nvPr>
        </p:nvSpPr>
        <p:spPr>
          <a:xfrm>
            <a:off x="609600" y="406400"/>
            <a:ext cx="10972800" cy="660400"/>
          </a:xfrm>
        </p:spPr>
        <p:txBody>
          <a:bodyPr wrap="square" lIns="0" tIns="0" rIns="0" bIns="0" anchor="t">
            <a:noAutofit/>
          </a:bodyPr>
          <a:lstStyle>
            <a:lvl1pPr algn="l">
              <a:defRPr sz="3000" b="1">
                <a:solidFill>
                  <a:srgbClr val="1B365D"/>
                </a:solidFill>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3575932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SPHM Content + Illustra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6AFBB3-17D6-E405-1500-E6B06FB45093}"/>
              </a:ext>
            </a:extLst>
          </p:cNvPr>
          <p:cNvSpPr>
            <a:spLocks noGrp="1"/>
          </p:cNvSpPr>
          <p:nvPr>
            <p:ph type="title" idx="10"/>
          </p:nvPr>
        </p:nvSpPr>
        <p:spPr>
          <a:xfrm>
            <a:off x="609600" y="457200"/>
            <a:ext cx="5461000" cy="1066800"/>
          </a:xfrm>
        </p:spPr>
        <p:txBody>
          <a:bodyPr wrap="square" lIns="0" tIns="0" rIns="0" bIns="0" anchor="t">
            <a:noAutofit/>
          </a:bodyPr>
          <a:lstStyle>
            <a:lvl1pPr algn="l">
              <a:defRPr sz="3000" b="1">
                <a:solidFill>
                  <a:srgbClr val="1B365D"/>
                </a:solidFill>
                <a:latin typeface="Calibri" panose="020F0502020204030204" pitchFamily="34" charset="0"/>
              </a:defRPr>
            </a:lvl1pPr>
          </a:lstStyle>
          <a:p>
            <a:r>
              <a:rPr lang="en-US"/>
              <a:t>Click to edit Master title style</a:t>
            </a:r>
          </a:p>
        </p:txBody>
      </p:sp>
      <p:sp>
        <p:nvSpPr>
          <p:cNvPr id="7" name="Illustration panel">
            <a:extLst>
              <a:ext uri="{FF2B5EF4-FFF2-40B4-BE49-F238E27FC236}">
                <a16:creationId xmlns:a16="http://schemas.microsoft.com/office/drawing/2014/main" id="{9FB33AC1-4F50-50B6-32C2-6BAD6C70D057}"/>
              </a:ext>
            </a:extLst>
          </p:cNvPr>
          <p:cNvSpPr/>
          <p:nvPr userDrawn="1"/>
        </p:nvSpPr>
        <p:spPr>
          <a:xfrm>
            <a:off x="6502400" y="457200"/>
            <a:ext cx="5080000" cy="5943600"/>
          </a:xfrm>
          <a:prstGeom prst="roundRect">
            <a:avLst>
              <a:gd name="adj" fmla="val 5000"/>
            </a:avLst>
          </a:prstGeom>
          <a:solidFill>
            <a:srgbClr val="E3ED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70849004-7018-340F-BF74-B95CEE683607}"/>
              </a:ext>
            </a:extLst>
          </p:cNvPr>
          <p:cNvSpPr>
            <a:spLocks noGrp="1"/>
          </p:cNvSpPr>
          <p:nvPr>
            <p:ph type="pic" idx="11" hasCustomPrompt="1"/>
          </p:nvPr>
        </p:nvSpPr>
        <p:spPr>
          <a:xfrm>
            <a:off x="6502400" y="457200"/>
            <a:ext cx="5080000" cy="5943600"/>
          </a:xfrm>
          <a:prstGeom prst="roundRect">
            <a:avLst>
              <a:gd name="adj" fmla="val 5000"/>
            </a:avLst>
          </a:prstGeom>
        </p:spPr>
        <p:txBody>
          <a:bodyPr/>
          <a:lstStyle>
            <a:lvl1pPr>
              <a:defRPr sz="1400">
                <a:solidFill>
                  <a:srgbClr val="5A6B7D"/>
                </a:solidFill>
              </a:defRPr>
            </a:lvl1pPr>
          </a:lstStyle>
          <a:p>
            <a:r>
              <a:rPr lang="en-US"/>
              <a:t>Click the icon to add an illustration (see the Illustration suggestion in this slide's notes)</a:t>
            </a:r>
          </a:p>
        </p:txBody>
      </p:sp>
    </p:spTree>
    <p:extLst>
      <p:ext uri="{BB962C8B-B14F-4D97-AF65-F5344CB8AC3E}">
        <p14:creationId xmlns:p14="http://schemas.microsoft.com/office/powerpoint/2010/main" val="60593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PHM Section">
    <p:bg>
      <p:bgPr>
        <a:solidFill>
          <a:srgbClr val="1B365D"/>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1681C4-499D-E893-8633-42D4A70B5993}"/>
              </a:ext>
            </a:extLst>
          </p:cNvPr>
          <p:cNvSpPr>
            <a:spLocks noGrp="1"/>
          </p:cNvSpPr>
          <p:nvPr>
            <p:ph type="title" idx="10"/>
          </p:nvPr>
        </p:nvSpPr>
        <p:spPr>
          <a:xfrm>
            <a:off x="609600" y="2235199"/>
            <a:ext cx="5334000" cy="1905000"/>
          </a:xfrm>
        </p:spPr>
        <p:txBody>
          <a:bodyPr wrap="square" lIns="0" tIns="0" rIns="0" bIns="0" anchor="t">
            <a:noAutofit/>
          </a:bodyPr>
          <a:lstStyle>
            <a:lvl1pPr algn="l">
              <a:defRPr sz="4000" b="1">
                <a:solidFill>
                  <a:srgbClr val="FFFFFF"/>
                </a:solidFill>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3301564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PHM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98047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E2ECF7"/>
            </a:gs>
          </a:gsLst>
          <a:lin ang="5400000" scaled="1"/>
          <a:tileRect/>
        </a:gra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6368882-4540-432B-81AD-1F8F9297227E}" type="datetimeFigureOut">
              <a:rPr lang="en-US" smtClean="0"/>
              <a:t>10/6/2026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6FBC146-5F55-4E6B-AA39-B8F591089CE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07250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Hero illustration" descr="Illustration: two staff members safely transfer a smiling patient with a ceiling lift and sling.">
            <a:extLst>
              <a:ext uri="{FF2B5EF4-FFF2-40B4-BE49-F238E27FC236}">
                <a16:creationId xmlns:a16="http://schemas.microsoft.com/office/drawing/2014/main" id="{F8127956-9A72-D7F3-C062-89E852CC59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backdrop">
            <a:extLst>
              <a:ext uri="{FF2B5EF4-FFF2-40B4-BE49-F238E27FC236}">
                <a16:creationId xmlns:a16="http://schemas.microsoft.com/office/drawing/2014/main" id="{7567D5D8-1B12-28BB-DDC7-782FEB921333}"/>
              </a:ext>
            </a:extLst>
          </p:cNvPr>
          <p:cNvSpPr/>
          <p:nvPr/>
        </p:nvSpPr>
        <p:spPr>
          <a:xfrm>
            <a:off x="0" y="0"/>
            <a:ext cx="5969000" cy="6858000"/>
          </a:xfrm>
          <a:prstGeom prst="rect">
            <a:avLst/>
          </a:prstGeom>
          <a:solidFill>
            <a:srgbClr val="FFFFFF">
              <a:alpha val="88000"/>
            </a:srgbClr>
          </a:solidFill>
          <a:ln w="15875"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AFD36D3-0BC4-6164-BC45-3DB80BE44513}"/>
              </a:ext>
            </a:extLst>
          </p:cNvPr>
          <p:cNvSpPr txBox="1"/>
          <p:nvPr/>
        </p:nvSpPr>
        <p:spPr>
          <a:xfrm>
            <a:off x="609600" y="889000"/>
            <a:ext cx="5080000" cy="254000"/>
          </a:xfrm>
          <a:prstGeom prst="rect">
            <a:avLst/>
          </a:prstGeom>
          <a:noFill/>
        </p:spPr>
        <p:txBody>
          <a:bodyPr vert="horz" wrap="square" lIns="0" tIns="0" rIns="0" bIns="0" rtlCol="0" anchor="t">
            <a:noAutofit/>
          </a:bodyPr>
          <a:lstStyle/>
          <a:p>
            <a:r>
              <a:rPr lang="en-US" sz="1300" b="1" spc="150">
                <a:solidFill>
                  <a:srgbClr val="23898F"/>
                </a:solidFill>
                <a:latin typeface="Calibri" panose="020F0502020204030204" pitchFamily="34" charset="0"/>
              </a:rPr>
              <a:t>NEW NURSE ORIENTATION</a:t>
            </a:r>
          </a:p>
        </p:txBody>
      </p:sp>
      <p:sp>
        <p:nvSpPr>
          <p:cNvPr id="6" name="TextBox 5">
            <a:extLst>
              <a:ext uri="{FF2B5EF4-FFF2-40B4-BE49-F238E27FC236}">
                <a16:creationId xmlns:a16="http://schemas.microsoft.com/office/drawing/2014/main" id="{62C77C32-4AC8-5DFE-4980-E9CD63BB6B20}"/>
              </a:ext>
            </a:extLst>
          </p:cNvPr>
          <p:cNvSpPr txBox="1"/>
          <p:nvPr/>
        </p:nvSpPr>
        <p:spPr>
          <a:xfrm>
            <a:off x="609600" y="1244600"/>
            <a:ext cx="5080000" cy="1524000"/>
          </a:xfrm>
          <a:prstGeom prst="rect">
            <a:avLst/>
          </a:prstGeom>
          <a:noFill/>
        </p:spPr>
        <p:txBody>
          <a:bodyPr vert="horz" wrap="square" lIns="0" tIns="0" rIns="0" bIns="0" rtlCol="0" anchor="t">
            <a:noAutofit/>
          </a:bodyPr>
          <a:lstStyle/>
          <a:p>
            <a:r>
              <a:rPr lang="en-US" sz="4000" b="1">
                <a:solidFill>
                  <a:srgbClr val="1B365D"/>
                </a:solidFill>
                <a:latin typeface="Calibri" panose="020F0502020204030204" pitchFamily="34" charset="0"/>
              </a:rPr>
              <a:t>Safe Patient Handling and Mobility</a:t>
            </a:r>
          </a:p>
        </p:txBody>
      </p:sp>
      <p:sp>
        <p:nvSpPr>
          <p:cNvPr id="7" name="TextBox 6">
            <a:extLst>
              <a:ext uri="{FF2B5EF4-FFF2-40B4-BE49-F238E27FC236}">
                <a16:creationId xmlns:a16="http://schemas.microsoft.com/office/drawing/2014/main" id="{0B695530-E5E6-2B19-A04B-A180F4283208}"/>
              </a:ext>
            </a:extLst>
          </p:cNvPr>
          <p:cNvSpPr txBox="1"/>
          <p:nvPr/>
        </p:nvSpPr>
        <p:spPr>
          <a:xfrm>
            <a:off x="609600" y="2946400"/>
            <a:ext cx="5080000" cy="431800"/>
          </a:xfrm>
          <a:prstGeom prst="rect">
            <a:avLst/>
          </a:prstGeom>
          <a:noFill/>
        </p:spPr>
        <p:txBody>
          <a:bodyPr vert="horz" wrap="square" lIns="0" tIns="0" rIns="0" bIns="0" rtlCol="0" anchor="t">
            <a:noAutofit/>
          </a:bodyPr>
          <a:lstStyle/>
          <a:p>
            <a:r>
              <a:rPr lang="en-US" sz="2200">
                <a:solidFill>
                  <a:srgbClr val="2F6DB5"/>
                </a:solidFill>
                <a:latin typeface="Calibri" panose="020F0502020204030204" pitchFamily="34" charset="0"/>
              </a:rPr>
              <a:t>Directive, concepts &amp; policies</a:t>
            </a:r>
          </a:p>
        </p:txBody>
      </p:sp>
      <p:sp>
        <p:nvSpPr>
          <p:cNvPr id="8" name="TextBox 7">
            <a:extLst>
              <a:ext uri="{FF2B5EF4-FFF2-40B4-BE49-F238E27FC236}">
                <a16:creationId xmlns:a16="http://schemas.microsoft.com/office/drawing/2014/main" id="{89055C8F-D1B6-8AFF-D1C0-771CA5C72D61}"/>
              </a:ext>
            </a:extLst>
          </p:cNvPr>
          <p:cNvSpPr txBox="1"/>
          <p:nvPr/>
        </p:nvSpPr>
        <p:spPr>
          <a:xfrm>
            <a:off x="609600" y="5207000"/>
            <a:ext cx="5080000" cy="1016000"/>
          </a:xfrm>
          <a:prstGeom prst="rect">
            <a:avLst/>
          </a:prstGeom>
          <a:noFill/>
        </p:spPr>
        <p:txBody>
          <a:bodyPr vert="horz" wrap="square" lIns="0" tIns="0" rIns="0" bIns="0" rtlCol="0" anchor="t">
            <a:noAutofit/>
          </a:bodyPr>
          <a:lstStyle/>
          <a:p>
            <a:pPr>
              <a:spcAft>
                <a:spcPts val="200"/>
              </a:spcAft>
            </a:pPr>
            <a:r>
              <a:rPr lang="en-US" sz="1600" b="1">
                <a:solidFill>
                  <a:srgbClr val="1B365D"/>
                </a:solidFill>
                <a:latin typeface="Calibri" panose="020F0502020204030204" pitchFamily="34" charset="0"/>
              </a:rPr>
              <a:t>Daniel Agbogidi, BSN, RN</a:t>
            </a:r>
          </a:p>
          <a:p>
            <a:pPr>
              <a:spcAft>
                <a:spcPts val="200"/>
              </a:spcAft>
            </a:pPr>
            <a:r>
              <a:rPr lang="en-US" sz="1500">
                <a:solidFill>
                  <a:srgbClr val="26313D"/>
                </a:solidFill>
                <a:latin typeface="Calibri" panose="020F0502020204030204" pitchFamily="34" charset="0"/>
              </a:rPr>
              <a:t>Safe Patient Handling &amp; Mobility Program Manager</a:t>
            </a:r>
          </a:p>
          <a:p>
            <a:pPr>
              <a:spcAft>
                <a:spcPts val="200"/>
              </a:spcAft>
            </a:pPr>
            <a:r>
              <a:rPr lang="en-US" sz="1500">
                <a:solidFill>
                  <a:srgbClr val="26313D"/>
                </a:solidFill>
                <a:latin typeface="Calibri" panose="020F0502020204030204" pitchFamily="34" charset="0"/>
              </a:rPr>
              <a:t>VA Central California Health Care System</a:t>
            </a:r>
          </a:p>
        </p:txBody>
      </p:sp>
    </p:spTree>
    <p:extLst>
      <p:ext uri="{BB962C8B-B14F-4D97-AF65-F5344CB8AC3E}">
        <p14:creationId xmlns:p14="http://schemas.microsoft.com/office/powerpoint/2010/main" val="289861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FFA6-D817-CBCD-5ED6-90A5006BCE3E}"/>
              </a:ext>
            </a:extLst>
          </p:cNvPr>
          <p:cNvSpPr>
            <a:spLocks noGrp="1"/>
          </p:cNvSpPr>
          <p:nvPr>
            <p:ph type="title" idx="10"/>
          </p:nvPr>
        </p:nvSpPr>
        <p:spPr/>
        <p:txBody>
          <a:bodyPr/>
          <a:lstStyle/>
          <a:p>
            <a:r>
              <a:rPr lang="en-US"/>
              <a:t>SPHM is required, nationally and locally</a:t>
            </a:r>
          </a:p>
        </p:txBody>
      </p:sp>
      <p:sp>
        <p:nvSpPr>
          <p:cNvPr id="3" name="Rectangle: Rounded Corners 2">
            <a:extLst>
              <a:ext uri="{FF2B5EF4-FFF2-40B4-BE49-F238E27FC236}">
                <a16:creationId xmlns:a16="http://schemas.microsoft.com/office/drawing/2014/main" id="{4E8EAACB-B23C-AB91-5BA4-3B8857A3D1C1}"/>
              </a:ext>
            </a:extLst>
          </p:cNvPr>
          <p:cNvSpPr/>
          <p:nvPr/>
        </p:nvSpPr>
        <p:spPr>
          <a:xfrm>
            <a:off x="609600" y="1371600"/>
            <a:ext cx="5334000" cy="2540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FE2F58E6-C76C-2A57-7EEF-0EBD23754DB9}"/>
              </a:ext>
            </a:extLst>
          </p:cNvPr>
          <p:cNvSpPr/>
          <p:nvPr/>
        </p:nvSpPr>
        <p:spPr>
          <a:xfrm>
            <a:off x="939800" y="1651000"/>
            <a:ext cx="660400" cy="660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0DD0E3B3-09D6-B6B7-7620-2CEB21FBB3AC}"/>
              </a:ext>
            </a:extLst>
          </p:cNvPr>
          <p:cNvSpPr txBox="1"/>
          <p:nvPr/>
        </p:nvSpPr>
        <p:spPr>
          <a:xfrm>
            <a:off x="939800" y="2489200"/>
            <a:ext cx="4673600" cy="1270000"/>
          </a:xfrm>
          <a:prstGeom prst="rect">
            <a:avLst/>
          </a:prstGeom>
          <a:noFill/>
        </p:spPr>
        <p:txBody>
          <a:bodyPr vert="horz" wrap="square" lIns="0" tIns="0" rIns="0" bIns="0" rtlCol="0" anchor="t">
            <a:noAutofit/>
          </a:bodyPr>
          <a:lstStyle/>
          <a:p>
            <a:pPr>
              <a:spcAft>
                <a:spcPts val="600"/>
              </a:spcAft>
            </a:pPr>
            <a:r>
              <a:rPr lang="en-US" sz="2100" b="1">
                <a:solidFill>
                  <a:srgbClr val="1B365D"/>
                </a:solidFill>
                <a:latin typeface="Calibri" panose="020F0502020204030204" pitchFamily="34" charset="0"/>
              </a:rPr>
              <a:t>VHA Directive 1611</a:t>
            </a:r>
          </a:p>
          <a:p>
            <a:pPr>
              <a:spcAft>
                <a:spcPts val="600"/>
              </a:spcAft>
            </a:pPr>
            <a:r>
              <a:rPr lang="en-US" sz="1600">
                <a:solidFill>
                  <a:srgbClr val="26313D"/>
                </a:solidFill>
                <a:latin typeface="Calibri" panose="020F0502020204030204" pitchFamily="34" charset="0"/>
              </a:rPr>
              <a:t>Makes Safe Patient Handling and Mobility a Veterans Health Administration priority. Every VA medical facility must run an SPHM program.</a:t>
            </a:r>
          </a:p>
        </p:txBody>
      </p:sp>
      <p:sp>
        <p:nvSpPr>
          <p:cNvPr id="6" name="Rectangle: Rounded Corners 5">
            <a:extLst>
              <a:ext uri="{FF2B5EF4-FFF2-40B4-BE49-F238E27FC236}">
                <a16:creationId xmlns:a16="http://schemas.microsoft.com/office/drawing/2014/main" id="{6CE02C2E-8059-F47E-3FCA-BBDD966A32B4}"/>
              </a:ext>
            </a:extLst>
          </p:cNvPr>
          <p:cNvSpPr/>
          <p:nvPr/>
        </p:nvSpPr>
        <p:spPr>
          <a:xfrm>
            <a:off x="6248400" y="1371600"/>
            <a:ext cx="5334000" cy="2540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1DE2D31-2AD7-D43A-020E-D231E9A8760E}"/>
              </a:ext>
            </a:extLst>
          </p:cNvPr>
          <p:cNvSpPr/>
          <p:nvPr/>
        </p:nvSpPr>
        <p:spPr>
          <a:xfrm>
            <a:off x="6578600" y="1651000"/>
            <a:ext cx="660400" cy="6604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4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B361E7A3-941F-FB00-862E-A2A13014E55C}"/>
              </a:ext>
            </a:extLst>
          </p:cNvPr>
          <p:cNvSpPr txBox="1"/>
          <p:nvPr/>
        </p:nvSpPr>
        <p:spPr>
          <a:xfrm>
            <a:off x="6578600" y="2489200"/>
            <a:ext cx="4673600" cy="1270000"/>
          </a:xfrm>
          <a:prstGeom prst="rect">
            <a:avLst/>
          </a:prstGeom>
          <a:noFill/>
        </p:spPr>
        <p:txBody>
          <a:bodyPr vert="horz" wrap="square" lIns="0" tIns="0" rIns="0" bIns="0" rtlCol="0" anchor="t">
            <a:noAutofit/>
          </a:bodyPr>
          <a:lstStyle/>
          <a:p>
            <a:pPr>
              <a:spcAft>
                <a:spcPts val="600"/>
              </a:spcAft>
            </a:pPr>
            <a:r>
              <a:rPr lang="en-US" sz="2100" b="1" dirty="0">
                <a:solidFill>
                  <a:srgbClr val="1B365D"/>
                </a:solidFill>
                <a:latin typeface="Calibri" panose="020F0502020204030204" pitchFamily="34" charset="0"/>
              </a:rPr>
              <a:t>Medical Center Policy 118-21-013</a:t>
            </a:r>
          </a:p>
          <a:p>
            <a:pPr>
              <a:spcAft>
                <a:spcPts val="600"/>
              </a:spcAft>
            </a:pPr>
            <a:r>
              <a:rPr lang="en-US" sz="1600" dirty="0">
                <a:solidFill>
                  <a:srgbClr val="26313D"/>
                </a:solidFill>
                <a:latin typeface="Calibri" panose="020F0502020204030204" pitchFamily="34" charset="0"/>
              </a:rPr>
              <a:t>Sets the Safe Patient Handling and Mobility policy for VA Central California Health Care System (VACCHS).</a:t>
            </a:r>
          </a:p>
        </p:txBody>
      </p:sp>
      <p:sp>
        <p:nvSpPr>
          <p:cNvPr id="9" name="Rectangle: Rounded Corners 8">
            <a:extLst>
              <a:ext uri="{FF2B5EF4-FFF2-40B4-BE49-F238E27FC236}">
                <a16:creationId xmlns:a16="http://schemas.microsoft.com/office/drawing/2014/main" id="{1EFAF347-8EFE-8306-5970-2F9A34BD10E9}"/>
              </a:ext>
            </a:extLst>
          </p:cNvPr>
          <p:cNvSpPr/>
          <p:nvPr/>
        </p:nvSpPr>
        <p:spPr>
          <a:xfrm>
            <a:off x="609600" y="4216400"/>
            <a:ext cx="10972800" cy="1905000"/>
          </a:xfrm>
          <a:prstGeom prst="roundRect">
            <a:avLst>
              <a:gd name="adj" fmla="val 7000"/>
            </a:avLst>
          </a:prstGeom>
          <a:solidFill>
            <a:srgbClr val="1B365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4504134-44CE-BCDC-A1B0-79BC82046EFD}"/>
              </a:ext>
            </a:extLst>
          </p:cNvPr>
          <p:cNvSpPr txBox="1"/>
          <p:nvPr/>
        </p:nvSpPr>
        <p:spPr>
          <a:xfrm>
            <a:off x="965200" y="4216400"/>
            <a:ext cx="2413000" cy="1905000"/>
          </a:xfrm>
          <a:prstGeom prst="rect">
            <a:avLst/>
          </a:prstGeom>
          <a:noFill/>
        </p:spPr>
        <p:txBody>
          <a:bodyPr vert="horz" wrap="square" lIns="0" tIns="0" rIns="0" bIns="0" rtlCol="0" anchor="ctr">
            <a:noAutofit/>
          </a:bodyPr>
          <a:lstStyle/>
          <a:p>
            <a:r>
              <a:rPr lang="en-US" sz="6400" b="1">
                <a:solidFill>
                  <a:srgbClr val="F2B33D"/>
                </a:solidFill>
                <a:latin typeface="Calibri" panose="020F0502020204030204" pitchFamily="34" charset="0"/>
              </a:rPr>
              <a:t>35 lb</a:t>
            </a:r>
          </a:p>
        </p:txBody>
      </p:sp>
      <p:sp>
        <p:nvSpPr>
          <p:cNvPr id="11" name="TextBox 10">
            <a:extLst>
              <a:ext uri="{FF2B5EF4-FFF2-40B4-BE49-F238E27FC236}">
                <a16:creationId xmlns:a16="http://schemas.microsoft.com/office/drawing/2014/main" id="{396A6682-027B-D3C2-A818-B2B63E584F40}"/>
              </a:ext>
            </a:extLst>
          </p:cNvPr>
          <p:cNvSpPr txBox="1"/>
          <p:nvPr/>
        </p:nvSpPr>
        <p:spPr>
          <a:xfrm>
            <a:off x="3429000" y="4216400"/>
            <a:ext cx="7823200" cy="1905000"/>
          </a:xfrm>
          <a:prstGeom prst="rect">
            <a:avLst/>
          </a:prstGeom>
          <a:noFill/>
        </p:spPr>
        <p:txBody>
          <a:bodyPr vert="horz" wrap="square" lIns="0" tIns="0" rIns="0" bIns="0" rtlCol="0" anchor="ctr">
            <a:noAutofit/>
          </a:bodyPr>
          <a:lstStyle/>
          <a:p>
            <a:r>
              <a:rPr lang="en-US" sz="1700">
                <a:solidFill>
                  <a:srgbClr val="FFFFFF"/>
                </a:solidFill>
                <a:latin typeface="Calibri" panose="020F0502020204030204" pitchFamily="34" charset="0"/>
              </a:rPr>
              <a:t>Employees must use SPHM technology for routine and urgent tasks that lift more than 35 lb of patient weight, or that need excessive force, such as repositioning a Veteran in bed by pushing or pulling, or supporting a Veteran during mobility.</a:t>
            </a:r>
          </a:p>
        </p:txBody>
      </p:sp>
    </p:spTree>
    <p:extLst>
      <p:ext uri="{BB962C8B-B14F-4D97-AF65-F5344CB8AC3E}">
        <p14:creationId xmlns:p14="http://schemas.microsoft.com/office/powerpoint/2010/main" val="2719523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26E3-5D2D-13BE-BDD1-E922E3738A82}"/>
              </a:ext>
            </a:extLst>
          </p:cNvPr>
          <p:cNvSpPr>
            <a:spLocks noGrp="1"/>
          </p:cNvSpPr>
          <p:nvPr>
            <p:ph type="title" idx="10"/>
          </p:nvPr>
        </p:nvSpPr>
        <p:spPr/>
        <p:txBody>
          <a:bodyPr/>
          <a:lstStyle/>
          <a:p>
            <a:r>
              <a:rPr lang="en-US"/>
              <a:t>The purpose of the SPHM program</a:t>
            </a:r>
          </a:p>
        </p:txBody>
      </p:sp>
      <p:pic>
        <p:nvPicPr>
          <p:cNvPr id="11" name="Picture Placeholder 10">
            <a:extLst>
              <a:ext uri="{FF2B5EF4-FFF2-40B4-BE49-F238E27FC236}">
                <a16:creationId xmlns:a16="http://schemas.microsoft.com/office/drawing/2014/main" id="{A71E46C5-B796-D3A1-7ACE-C599CA144B6C}"/>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Rectangle: Rounded Corners 3">
            <a:extLst>
              <a:ext uri="{FF2B5EF4-FFF2-40B4-BE49-F238E27FC236}">
                <a16:creationId xmlns:a16="http://schemas.microsoft.com/office/drawing/2014/main" id="{64C91343-61F3-5C86-C74E-BC54E085AFBC}"/>
              </a:ext>
            </a:extLst>
          </p:cNvPr>
          <p:cNvSpPr/>
          <p:nvPr/>
        </p:nvSpPr>
        <p:spPr>
          <a:xfrm>
            <a:off x="609600" y="1905000"/>
            <a:ext cx="5461000" cy="1651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2D8BC1C-0D0F-2A89-CBE6-F1572504E787}"/>
              </a:ext>
            </a:extLst>
          </p:cNvPr>
          <p:cNvSpPr/>
          <p:nvPr/>
        </p:nvSpPr>
        <p:spPr>
          <a:xfrm>
            <a:off x="914400" y="2374900"/>
            <a:ext cx="711200" cy="7112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6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AF7D5919-2145-1DD4-2028-4703E552F831}"/>
              </a:ext>
            </a:extLst>
          </p:cNvPr>
          <p:cNvSpPr txBox="1"/>
          <p:nvPr/>
        </p:nvSpPr>
        <p:spPr>
          <a:xfrm>
            <a:off x="1905000" y="2184400"/>
            <a:ext cx="3937000" cy="1143000"/>
          </a:xfrm>
          <a:prstGeom prst="rect">
            <a:avLst/>
          </a:prstGeom>
          <a:noFill/>
        </p:spPr>
        <p:txBody>
          <a:bodyPr vert="horz" wrap="square" lIns="0" tIns="0" rIns="0" bIns="0" rtlCol="0" anchor="ctr">
            <a:noAutofit/>
          </a:bodyPr>
          <a:lstStyle/>
          <a:p>
            <a:pPr>
              <a:spcAft>
                <a:spcPts val="400"/>
              </a:spcAft>
            </a:pPr>
            <a:r>
              <a:rPr lang="en-US" sz="2200" b="1">
                <a:solidFill>
                  <a:srgbClr val="1B365D"/>
                </a:solidFill>
                <a:latin typeface="Calibri" panose="020F0502020204030204" pitchFamily="34" charset="0"/>
              </a:rPr>
              <a:t>Protect staff</a:t>
            </a:r>
          </a:p>
          <a:p>
            <a:pPr>
              <a:spcAft>
                <a:spcPts val="400"/>
              </a:spcAft>
            </a:pPr>
            <a:r>
              <a:rPr lang="en-US" sz="1600">
                <a:solidFill>
                  <a:srgbClr val="26313D"/>
                </a:solidFill>
                <a:latin typeface="Calibri" panose="020F0502020204030204" pitchFamily="34" charset="0"/>
              </a:rPr>
              <a:t>Reduce the risk of work-related injury from patient handling and mobility tasks.</a:t>
            </a:r>
          </a:p>
        </p:txBody>
      </p:sp>
      <p:sp>
        <p:nvSpPr>
          <p:cNvPr id="7" name="Rectangle: Rounded Corners 6">
            <a:extLst>
              <a:ext uri="{FF2B5EF4-FFF2-40B4-BE49-F238E27FC236}">
                <a16:creationId xmlns:a16="http://schemas.microsoft.com/office/drawing/2014/main" id="{737AADE9-F65A-2779-0469-BA6C8598F6B8}"/>
              </a:ext>
            </a:extLst>
          </p:cNvPr>
          <p:cNvSpPr/>
          <p:nvPr/>
        </p:nvSpPr>
        <p:spPr>
          <a:xfrm>
            <a:off x="609600" y="3810000"/>
            <a:ext cx="5461000" cy="1651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67A99DC-B988-F728-B11D-C3426395AD83}"/>
              </a:ext>
            </a:extLst>
          </p:cNvPr>
          <p:cNvSpPr/>
          <p:nvPr/>
        </p:nvSpPr>
        <p:spPr>
          <a:xfrm>
            <a:off x="914400" y="4279900"/>
            <a:ext cx="711200" cy="7112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6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2DC24BEC-55F0-FD9A-3C32-0F6DDF236A83}"/>
              </a:ext>
            </a:extLst>
          </p:cNvPr>
          <p:cNvSpPr txBox="1"/>
          <p:nvPr/>
        </p:nvSpPr>
        <p:spPr>
          <a:xfrm>
            <a:off x="1905000" y="4089400"/>
            <a:ext cx="3937000" cy="1143000"/>
          </a:xfrm>
          <a:prstGeom prst="rect">
            <a:avLst/>
          </a:prstGeom>
          <a:noFill/>
        </p:spPr>
        <p:txBody>
          <a:bodyPr vert="horz" wrap="square" lIns="0" tIns="0" rIns="0" bIns="0" rtlCol="0" anchor="ctr">
            <a:noAutofit/>
          </a:bodyPr>
          <a:lstStyle/>
          <a:p>
            <a:pPr>
              <a:spcAft>
                <a:spcPts val="400"/>
              </a:spcAft>
            </a:pPr>
            <a:r>
              <a:rPr lang="en-US" sz="2200" b="1">
                <a:solidFill>
                  <a:srgbClr val="1B365D"/>
                </a:solidFill>
                <a:latin typeface="Calibri" panose="020F0502020204030204" pitchFamily="34" charset="0"/>
              </a:rPr>
              <a:t>Protect patients</a:t>
            </a:r>
          </a:p>
          <a:p>
            <a:pPr>
              <a:spcAft>
                <a:spcPts val="400"/>
              </a:spcAft>
            </a:pPr>
            <a:r>
              <a:rPr lang="en-US" sz="1600">
                <a:solidFill>
                  <a:srgbClr val="26313D"/>
                </a:solidFill>
                <a:latin typeface="Calibri" panose="020F0502020204030204" pitchFamily="34" charset="0"/>
              </a:rPr>
              <a:t>Reduce the risk of patient injury during the same tasks.</a:t>
            </a:r>
          </a:p>
        </p:txBody>
      </p:sp>
    </p:spTree>
    <p:extLst>
      <p:ext uri="{BB962C8B-B14F-4D97-AF65-F5344CB8AC3E}">
        <p14:creationId xmlns:p14="http://schemas.microsoft.com/office/powerpoint/2010/main" val="316278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F11F-E306-8E13-3FE0-11B7AE1CE9F3}"/>
              </a:ext>
            </a:extLst>
          </p:cNvPr>
          <p:cNvSpPr>
            <a:spLocks noGrp="1"/>
          </p:cNvSpPr>
          <p:nvPr>
            <p:ph type="title" idx="10"/>
          </p:nvPr>
        </p:nvSpPr>
        <p:spPr/>
        <p:txBody>
          <a:bodyPr/>
          <a:lstStyle/>
          <a:p>
            <a:r>
              <a:rPr lang="en-US"/>
              <a:t>The cost to caregivers</a:t>
            </a:r>
          </a:p>
        </p:txBody>
      </p:sp>
      <p:sp>
        <p:nvSpPr>
          <p:cNvPr id="3" name="Rectangle: Rounded Corners 2">
            <a:extLst>
              <a:ext uri="{FF2B5EF4-FFF2-40B4-BE49-F238E27FC236}">
                <a16:creationId xmlns:a16="http://schemas.microsoft.com/office/drawing/2014/main" id="{E1A4B640-60C1-3047-947F-710B29019930}"/>
              </a:ext>
            </a:extLst>
          </p:cNvPr>
          <p:cNvSpPr/>
          <p:nvPr/>
        </p:nvSpPr>
        <p:spPr>
          <a:xfrm>
            <a:off x="609600" y="1473200"/>
            <a:ext cx="3454400" cy="4064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76CAFC4-536E-9B4B-F150-1D913640FEE4}"/>
              </a:ext>
            </a:extLst>
          </p:cNvPr>
          <p:cNvSpPr txBox="1"/>
          <p:nvPr/>
        </p:nvSpPr>
        <p:spPr>
          <a:xfrm>
            <a:off x="914400" y="1854200"/>
            <a:ext cx="2844800" cy="3429000"/>
          </a:xfrm>
          <a:prstGeom prst="rect">
            <a:avLst/>
          </a:prstGeom>
          <a:noFill/>
        </p:spPr>
        <p:txBody>
          <a:bodyPr vert="horz" wrap="square" lIns="0" tIns="0" rIns="0" bIns="0" rtlCol="0" anchor="t">
            <a:noAutofit/>
          </a:bodyPr>
          <a:lstStyle/>
          <a:p>
            <a:pPr>
              <a:spcAft>
                <a:spcPts val="800"/>
              </a:spcAft>
            </a:pPr>
            <a:r>
              <a:rPr lang="en-US" sz="6000" b="1">
                <a:solidFill>
                  <a:srgbClr val="B8322A"/>
                </a:solidFill>
                <a:latin typeface="Calibri" panose="020F0502020204030204" pitchFamily="34" charset="0"/>
              </a:rPr>
              <a:t>52%</a:t>
            </a:r>
          </a:p>
          <a:p>
            <a:pPr>
              <a:spcAft>
                <a:spcPts val="800"/>
              </a:spcAft>
            </a:pPr>
            <a:r>
              <a:rPr lang="en-US" sz="1700">
                <a:solidFill>
                  <a:srgbClr val="26313D"/>
                </a:solidFill>
                <a:latin typeface="Calibri" panose="020F0502020204030204" pitchFamily="34" charset="0"/>
              </a:rPr>
              <a:t>of nurses report low back pain, and 83% of them keep working through it</a:t>
            </a:r>
          </a:p>
        </p:txBody>
      </p:sp>
      <p:sp>
        <p:nvSpPr>
          <p:cNvPr id="5" name="Rectangle: Rounded Corners 4">
            <a:extLst>
              <a:ext uri="{FF2B5EF4-FFF2-40B4-BE49-F238E27FC236}">
                <a16:creationId xmlns:a16="http://schemas.microsoft.com/office/drawing/2014/main" id="{92DA464B-D89E-86AE-7D28-CA56436382DC}"/>
              </a:ext>
            </a:extLst>
          </p:cNvPr>
          <p:cNvSpPr/>
          <p:nvPr/>
        </p:nvSpPr>
        <p:spPr>
          <a:xfrm>
            <a:off x="4368800" y="1473200"/>
            <a:ext cx="3454400" cy="4064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1B3F323-BDFF-1975-3248-0895B33CD9F8}"/>
              </a:ext>
            </a:extLst>
          </p:cNvPr>
          <p:cNvSpPr txBox="1"/>
          <p:nvPr/>
        </p:nvSpPr>
        <p:spPr>
          <a:xfrm>
            <a:off x="4673600" y="1854200"/>
            <a:ext cx="2844800" cy="3429000"/>
          </a:xfrm>
          <a:prstGeom prst="rect">
            <a:avLst/>
          </a:prstGeom>
          <a:noFill/>
        </p:spPr>
        <p:txBody>
          <a:bodyPr vert="horz" wrap="square" lIns="0" tIns="0" rIns="0" bIns="0" rtlCol="0" anchor="t">
            <a:noAutofit/>
          </a:bodyPr>
          <a:lstStyle/>
          <a:p>
            <a:pPr>
              <a:spcAft>
                <a:spcPts val="800"/>
              </a:spcAft>
            </a:pPr>
            <a:r>
              <a:rPr lang="en-US" sz="6000" b="1">
                <a:solidFill>
                  <a:srgbClr val="2F6DB5"/>
                </a:solidFill>
                <a:latin typeface="Calibri" panose="020F0502020204030204" pitchFamily="34" charset="0"/>
              </a:rPr>
              <a:t>#1</a:t>
            </a:r>
          </a:p>
          <a:p>
            <a:pPr>
              <a:spcAft>
                <a:spcPts val="800"/>
              </a:spcAft>
            </a:pPr>
            <a:r>
              <a:rPr lang="en-US" sz="1700">
                <a:solidFill>
                  <a:srgbClr val="26313D"/>
                </a:solidFill>
                <a:latin typeface="Calibri" panose="020F0502020204030204" pitchFamily="34" charset="0"/>
              </a:rPr>
              <a:t>Lifting injuries are the top cause of lost workdays for CNAs and other health techs nationwide</a:t>
            </a:r>
          </a:p>
        </p:txBody>
      </p:sp>
      <p:sp>
        <p:nvSpPr>
          <p:cNvPr id="7" name="Rectangle: Rounded Corners 6">
            <a:extLst>
              <a:ext uri="{FF2B5EF4-FFF2-40B4-BE49-F238E27FC236}">
                <a16:creationId xmlns:a16="http://schemas.microsoft.com/office/drawing/2014/main" id="{5C91C656-108A-9074-CC84-EA6E8795102D}"/>
              </a:ext>
            </a:extLst>
          </p:cNvPr>
          <p:cNvSpPr/>
          <p:nvPr/>
        </p:nvSpPr>
        <p:spPr>
          <a:xfrm>
            <a:off x="8128000" y="1473200"/>
            <a:ext cx="3454400" cy="4064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519B350-FFC6-EE16-F936-B32F05D12E72}"/>
              </a:ext>
            </a:extLst>
          </p:cNvPr>
          <p:cNvSpPr txBox="1"/>
          <p:nvPr/>
        </p:nvSpPr>
        <p:spPr>
          <a:xfrm>
            <a:off x="8432800" y="1854200"/>
            <a:ext cx="2844800" cy="3429000"/>
          </a:xfrm>
          <a:prstGeom prst="rect">
            <a:avLst/>
          </a:prstGeom>
          <a:noFill/>
        </p:spPr>
        <p:txBody>
          <a:bodyPr vert="horz" wrap="square" lIns="0" tIns="0" rIns="0" bIns="0" rtlCol="0" anchor="t">
            <a:noAutofit/>
          </a:bodyPr>
          <a:lstStyle/>
          <a:p>
            <a:pPr>
              <a:spcAft>
                <a:spcPts val="800"/>
              </a:spcAft>
            </a:pPr>
            <a:r>
              <a:rPr lang="en-US" sz="6000" b="1">
                <a:solidFill>
                  <a:srgbClr val="23898F"/>
                </a:solidFill>
                <a:latin typeface="Calibri" panose="020F0502020204030204" pitchFamily="34" charset="0"/>
              </a:rPr>
              <a:t>38%</a:t>
            </a:r>
          </a:p>
          <a:p>
            <a:pPr>
              <a:spcAft>
                <a:spcPts val="800"/>
              </a:spcAft>
            </a:pPr>
            <a:r>
              <a:rPr lang="en-US" sz="1700">
                <a:solidFill>
                  <a:srgbClr val="26313D"/>
                </a:solidFill>
                <a:latin typeface="Calibri" panose="020F0502020204030204" pitchFamily="34" charset="0"/>
              </a:rPr>
              <a:t>of nurses and CNAs are affected by musculoskeletal injuries (ANA), leading to light duty, absences or long-term disability</a:t>
            </a:r>
          </a:p>
        </p:txBody>
      </p:sp>
    </p:spTree>
    <p:extLst>
      <p:ext uri="{BB962C8B-B14F-4D97-AF65-F5344CB8AC3E}">
        <p14:creationId xmlns:p14="http://schemas.microsoft.com/office/powerpoint/2010/main" val="1421423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CF671-92E9-0306-C0EE-AFFAFE93F0A2}"/>
              </a:ext>
            </a:extLst>
          </p:cNvPr>
          <p:cNvSpPr>
            <a:spLocks noGrp="1"/>
          </p:cNvSpPr>
          <p:nvPr>
            <p:ph type="title" idx="10"/>
          </p:nvPr>
        </p:nvSpPr>
        <p:spPr/>
        <p:txBody>
          <a:bodyPr/>
          <a:lstStyle/>
          <a:p>
            <a:r>
              <a:rPr lang="en-US"/>
              <a:t>Bariatric patient handling</a:t>
            </a:r>
          </a:p>
        </p:txBody>
      </p:sp>
      <p:pic>
        <p:nvPicPr>
          <p:cNvPr id="14" name="Picture Placeholder 13">
            <a:extLst>
              <a:ext uri="{FF2B5EF4-FFF2-40B4-BE49-F238E27FC236}">
                <a16:creationId xmlns:a16="http://schemas.microsoft.com/office/drawing/2014/main" id="{50C0E581-93C3-4577-AD6D-E59E73D1965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51" r="2751"/>
          <a:stretch>
            <a:fillRect/>
          </a:stretch>
        </p:blipFill>
        <p:spPr>
          <a:prstGeom prst="roundRect">
            <a:avLst>
              <a:gd name="adj" fmla="val 5000"/>
            </a:avLst>
          </a:prstGeom>
        </p:spPr>
      </p:pic>
      <p:sp>
        <p:nvSpPr>
          <p:cNvPr id="4" name="Rectangle: Rounded Corners 3">
            <a:extLst>
              <a:ext uri="{FF2B5EF4-FFF2-40B4-BE49-F238E27FC236}">
                <a16:creationId xmlns:a16="http://schemas.microsoft.com/office/drawing/2014/main" id="{D47F6E78-FE86-7F2D-FE66-86C85AF6C9D2}"/>
              </a:ext>
            </a:extLst>
          </p:cNvPr>
          <p:cNvSpPr/>
          <p:nvPr/>
        </p:nvSpPr>
        <p:spPr>
          <a:xfrm>
            <a:off x="609600" y="1727200"/>
            <a:ext cx="5461000" cy="1524000"/>
          </a:xfrm>
          <a:prstGeom prst="roundRect">
            <a:avLst>
              <a:gd name="adj" fmla="val 7000"/>
            </a:avLst>
          </a:prstGeom>
          <a:solidFill>
            <a:srgbClr val="1B365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EFFE5CB-D11C-16A6-87FD-2782F9018AB4}"/>
              </a:ext>
            </a:extLst>
          </p:cNvPr>
          <p:cNvSpPr txBox="1"/>
          <p:nvPr/>
        </p:nvSpPr>
        <p:spPr>
          <a:xfrm>
            <a:off x="914400" y="1879600"/>
            <a:ext cx="4902200" cy="1270000"/>
          </a:xfrm>
          <a:prstGeom prst="rect">
            <a:avLst/>
          </a:prstGeom>
          <a:noFill/>
        </p:spPr>
        <p:txBody>
          <a:bodyPr vert="horz" wrap="square" lIns="0" tIns="0" rIns="0" bIns="0" rtlCol="0" anchor="t">
            <a:noAutofit/>
          </a:bodyPr>
          <a:lstStyle/>
          <a:p>
            <a:r>
              <a:rPr lang="en-US" sz="4800" b="1">
                <a:solidFill>
                  <a:srgbClr val="F2B33D"/>
                </a:solidFill>
                <a:latin typeface="Calibri" panose="020F0502020204030204" pitchFamily="34" charset="0"/>
              </a:rPr>
              <a:t>10%</a:t>
            </a:r>
          </a:p>
          <a:p>
            <a:r>
              <a:rPr lang="en-US" sz="1500">
                <a:solidFill>
                  <a:srgbClr val="FFFFFF"/>
                </a:solidFill>
                <a:latin typeface="Calibri" panose="020F0502020204030204" pitchFamily="34" charset="0"/>
              </a:rPr>
              <a:t>Patients with a BMI over 35 make up about 10% of the patient population...</a:t>
            </a:r>
          </a:p>
        </p:txBody>
      </p:sp>
      <p:sp>
        <p:nvSpPr>
          <p:cNvPr id="6" name="TextBox 5">
            <a:extLst>
              <a:ext uri="{FF2B5EF4-FFF2-40B4-BE49-F238E27FC236}">
                <a16:creationId xmlns:a16="http://schemas.microsoft.com/office/drawing/2014/main" id="{4AB9EBD9-3C8C-B576-BC50-04CB4C3720A1}"/>
              </a:ext>
            </a:extLst>
          </p:cNvPr>
          <p:cNvSpPr txBox="1"/>
          <p:nvPr/>
        </p:nvSpPr>
        <p:spPr>
          <a:xfrm>
            <a:off x="609600" y="3505200"/>
            <a:ext cx="5461000" cy="3302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...but handling them accounts for:</a:t>
            </a:r>
          </a:p>
        </p:txBody>
      </p:sp>
      <p:sp>
        <p:nvSpPr>
          <p:cNvPr id="7" name="Rectangle: Rounded Corners 6">
            <a:extLst>
              <a:ext uri="{FF2B5EF4-FFF2-40B4-BE49-F238E27FC236}">
                <a16:creationId xmlns:a16="http://schemas.microsoft.com/office/drawing/2014/main" id="{F6B41FB1-A29D-2E39-B86A-EDF39219B842}"/>
              </a:ext>
            </a:extLst>
          </p:cNvPr>
          <p:cNvSpPr/>
          <p:nvPr/>
        </p:nvSpPr>
        <p:spPr>
          <a:xfrm>
            <a:off x="609600" y="3962400"/>
            <a:ext cx="1701800" cy="1524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6B9E298-3BC3-303F-E27D-D4332D1EC183}"/>
              </a:ext>
            </a:extLst>
          </p:cNvPr>
          <p:cNvSpPr txBox="1"/>
          <p:nvPr/>
        </p:nvSpPr>
        <p:spPr>
          <a:xfrm>
            <a:off x="736600" y="4216400"/>
            <a:ext cx="1447800" cy="1092200"/>
          </a:xfrm>
          <a:prstGeom prst="rect">
            <a:avLst/>
          </a:prstGeom>
          <a:noFill/>
        </p:spPr>
        <p:txBody>
          <a:bodyPr vert="horz" wrap="square" lIns="0" tIns="0" rIns="0" bIns="0" rtlCol="0" anchor="t">
            <a:noAutofit/>
          </a:bodyPr>
          <a:lstStyle/>
          <a:p>
            <a:pPr algn="ctr"/>
            <a:r>
              <a:rPr lang="en-US" sz="3000" b="1">
                <a:solidFill>
                  <a:srgbClr val="B8322A"/>
                </a:solidFill>
                <a:latin typeface="Calibri" panose="020F0502020204030204" pitchFamily="34" charset="0"/>
              </a:rPr>
              <a:t>29.8%</a:t>
            </a:r>
          </a:p>
          <a:p>
            <a:pPr algn="ctr"/>
            <a:r>
              <a:rPr lang="en-US" sz="1500">
                <a:solidFill>
                  <a:srgbClr val="26313D"/>
                </a:solidFill>
                <a:latin typeface="Calibri" panose="020F0502020204030204" pitchFamily="34" charset="0"/>
              </a:rPr>
              <a:t>of injuries</a:t>
            </a:r>
          </a:p>
        </p:txBody>
      </p:sp>
      <p:sp>
        <p:nvSpPr>
          <p:cNvPr id="9" name="Rectangle: Rounded Corners 8">
            <a:extLst>
              <a:ext uri="{FF2B5EF4-FFF2-40B4-BE49-F238E27FC236}">
                <a16:creationId xmlns:a16="http://schemas.microsoft.com/office/drawing/2014/main" id="{921A9049-50B8-2CB7-B1D2-12880E767B70}"/>
              </a:ext>
            </a:extLst>
          </p:cNvPr>
          <p:cNvSpPr/>
          <p:nvPr/>
        </p:nvSpPr>
        <p:spPr>
          <a:xfrm>
            <a:off x="2489200" y="3962400"/>
            <a:ext cx="1701800" cy="1524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100E25E-8F5B-3D34-DA5D-847D211500B7}"/>
              </a:ext>
            </a:extLst>
          </p:cNvPr>
          <p:cNvSpPr txBox="1"/>
          <p:nvPr/>
        </p:nvSpPr>
        <p:spPr>
          <a:xfrm>
            <a:off x="2616200" y="4216400"/>
            <a:ext cx="1447800" cy="1092200"/>
          </a:xfrm>
          <a:prstGeom prst="rect">
            <a:avLst/>
          </a:prstGeom>
          <a:noFill/>
        </p:spPr>
        <p:txBody>
          <a:bodyPr vert="horz" wrap="square" lIns="0" tIns="0" rIns="0" bIns="0" rtlCol="0" anchor="t">
            <a:noAutofit/>
          </a:bodyPr>
          <a:lstStyle/>
          <a:p>
            <a:pPr algn="ctr"/>
            <a:r>
              <a:rPr lang="en-US" sz="3000" b="1">
                <a:solidFill>
                  <a:srgbClr val="B8322A"/>
                </a:solidFill>
                <a:latin typeface="Calibri" panose="020F0502020204030204" pitchFamily="34" charset="0"/>
              </a:rPr>
              <a:t>27.9%</a:t>
            </a:r>
          </a:p>
          <a:p>
            <a:pPr algn="ctr"/>
            <a:r>
              <a:rPr lang="en-US" sz="1500">
                <a:solidFill>
                  <a:srgbClr val="26313D"/>
                </a:solidFill>
                <a:latin typeface="Calibri" panose="020F0502020204030204" pitchFamily="34" charset="0"/>
              </a:rPr>
              <a:t>of lost time</a:t>
            </a:r>
          </a:p>
        </p:txBody>
      </p:sp>
      <p:sp>
        <p:nvSpPr>
          <p:cNvPr id="11" name="Rectangle: Rounded Corners 10">
            <a:extLst>
              <a:ext uri="{FF2B5EF4-FFF2-40B4-BE49-F238E27FC236}">
                <a16:creationId xmlns:a16="http://schemas.microsoft.com/office/drawing/2014/main" id="{50DF75B1-5F55-D78C-99ED-CED3F73842CB}"/>
              </a:ext>
            </a:extLst>
          </p:cNvPr>
          <p:cNvSpPr/>
          <p:nvPr/>
        </p:nvSpPr>
        <p:spPr>
          <a:xfrm>
            <a:off x="4368800" y="3962400"/>
            <a:ext cx="1701800" cy="1524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2BB7A27-2A0B-0482-0162-5EF3AED7FB0A}"/>
              </a:ext>
            </a:extLst>
          </p:cNvPr>
          <p:cNvSpPr txBox="1"/>
          <p:nvPr/>
        </p:nvSpPr>
        <p:spPr>
          <a:xfrm>
            <a:off x="4495800" y="4216400"/>
            <a:ext cx="1447800" cy="1092200"/>
          </a:xfrm>
          <a:prstGeom prst="rect">
            <a:avLst/>
          </a:prstGeom>
          <a:noFill/>
        </p:spPr>
        <p:txBody>
          <a:bodyPr vert="horz" wrap="square" lIns="0" tIns="0" rIns="0" bIns="0" rtlCol="0" anchor="t">
            <a:noAutofit/>
          </a:bodyPr>
          <a:lstStyle/>
          <a:p>
            <a:pPr algn="ctr"/>
            <a:r>
              <a:rPr lang="en-US" sz="3000" b="1">
                <a:solidFill>
                  <a:srgbClr val="B8322A"/>
                </a:solidFill>
                <a:latin typeface="Calibri" panose="020F0502020204030204" pitchFamily="34" charset="0"/>
              </a:rPr>
              <a:t>37.2%</a:t>
            </a:r>
          </a:p>
          <a:p>
            <a:pPr algn="ctr"/>
            <a:r>
              <a:rPr lang="en-US" sz="1500">
                <a:solidFill>
                  <a:srgbClr val="26313D"/>
                </a:solidFill>
                <a:latin typeface="Calibri" panose="020F0502020204030204" pitchFamily="34" charset="0"/>
              </a:rPr>
              <a:t>of light-duty time</a:t>
            </a:r>
          </a:p>
        </p:txBody>
      </p:sp>
    </p:spTree>
    <p:extLst>
      <p:ext uri="{BB962C8B-B14F-4D97-AF65-F5344CB8AC3E}">
        <p14:creationId xmlns:p14="http://schemas.microsoft.com/office/powerpoint/2010/main" val="24042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564E-F65B-D471-79AE-E31F31EC9A96}"/>
              </a:ext>
            </a:extLst>
          </p:cNvPr>
          <p:cNvSpPr>
            <a:spLocks noGrp="1"/>
          </p:cNvSpPr>
          <p:nvPr>
            <p:ph type="title" idx="10"/>
          </p:nvPr>
        </p:nvSpPr>
        <p:spPr/>
        <p:txBody>
          <a:bodyPr/>
          <a:lstStyle/>
          <a:p>
            <a:r>
              <a:rPr lang="en-US"/>
              <a:t>Musculoskeletal disorders build silently</a:t>
            </a:r>
          </a:p>
        </p:txBody>
      </p:sp>
      <p:pic>
        <p:nvPicPr>
          <p:cNvPr id="21" name="Picture Placeholder 20">
            <a:extLst>
              <a:ext uri="{FF2B5EF4-FFF2-40B4-BE49-F238E27FC236}">
                <a16:creationId xmlns:a16="http://schemas.microsoft.com/office/drawing/2014/main" id="{3E5B21FD-545A-6B29-722B-2DA9E0897806}"/>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72" r="272"/>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66CEE357-6A77-04FB-852C-EB4771AC7A58}"/>
              </a:ext>
            </a:extLst>
          </p:cNvPr>
          <p:cNvSpPr txBox="1"/>
          <p:nvPr/>
        </p:nvSpPr>
        <p:spPr>
          <a:xfrm>
            <a:off x="609600" y="1676400"/>
            <a:ext cx="5461000" cy="6858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An MSD is an injury to the muscles, bones, joints, tendons, ligaments, nerves, cartilage or spine.</a:t>
            </a:r>
          </a:p>
        </p:txBody>
      </p:sp>
      <p:sp>
        <p:nvSpPr>
          <p:cNvPr id="5" name="Rectangle: Rounded Corners 4">
            <a:extLst>
              <a:ext uri="{FF2B5EF4-FFF2-40B4-BE49-F238E27FC236}">
                <a16:creationId xmlns:a16="http://schemas.microsoft.com/office/drawing/2014/main" id="{409E287E-97C1-6663-83D5-24E2591EC022}"/>
              </a:ext>
            </a:extLst>
          </p:cNvPr>
          <p:cNvSpPr/>
          <p:nvPr/>
        </p:nvSpPr>
        <p:spPr>
          <a:xfrm>
            <a:off x="609600" y="2616200"/>
            <a:ext cx="5461000" cy="1016000"/>
          </a:xfrm>
          <a:prstGeom prst="roundRect">
            <a:avLst>
              <a:gd name="adj" fmla="val 7000"/>
            </a:avLst>
          </a:prstGeom>
          <a:solidFill>
            <a:srgbClr val="F4F8FC"/>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C7CEC96-EA70-8ABB-74BC-B41DE997483C}"/>
              </a:ext>
            </a:extLst>
          </p:cNvPr>
          <p:cNvSpPr/>
          <p:nvPr/>
        </p:nvSpPr>
        <p:spPr>
          <a:xfrm>
            <a:off x="812800" y="2870200"/>
            <a:ext cx="508000" cy="5080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7866ED79-126F-9F6D-0EBC-C68A35BA11A1}"/>
              </a:ext>
            </a:extLst>
          </p:cNvPr>
          <p:cNvSpPr txBox="1"/>
          <p:nvPr/>
        </p:nvSpPr>
        <p:spPr>
          <a:xfrm>
            <a:off x="1524000" y="2768600"/>
            <a:ext cx="4368800" cy="762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Mostly chronic</a:t>
            </a:r>
          </a:p>
          <a:p>
            <a:r>
              <a:rPr lang="en-US" sz="1500">
                <a:solidFill>
                  <a:srgbClr val="26313D"/>
                </a:solidFill>
                <a:latin typeface="Calibri" panose="020F0502020204030204" pitchFamily="34" charset="0"/>
              </a:rPr>
              <a:t>Most patient handling MSDs build up over years of repeated strain.</a:t>
            </a:r>
          </a:p>
        </p:txBody>
      </p:sp>
      <p:sp>
        <p:nvSpPr>
          <p:cNvPr id="8" name="Rectangle: Rounded Corners 7">
            <a:extLst>
              <a:ext uri="{FF2B5EF4-FFF2-40B4-BE49-F238E27FC236}">
                <a16:creationId xmlns:a16="http://schemas.microsoft.com/office/drawing/2014/main" id="{2E0DA3DC-A0EB-FC8F-FAE6-827C60C848F3}"/>
              </a:ext>
            </a:extLst>
          </p:cNvPr>
          <p:cNvSpPr/>
          <p:nvPr/>
        </p:nvSpPr>
        <p:spPr>
          <a:xfrm>
            <a:off x="609600" y="3784600"/>
            <a:ext cx="5461000" cy="1016000"/>
          </a:xfrm>
          <a:prstGeom prst="roundRect">
            <a:avLst>
              <a:gd name="adj" fmla="val 7000"/>
            </a:avLst>
          </a:prstGeom>
          <a:solidFill>
            <a:srgbClr val="F4F8FC"/>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8F5BEF6-5305-B507-6556-AA885FA170EB}"/>
              </a:ext>
            </a:extLst>
          </p:cNvPr>
          <p:cNvSpPr/>
          <p:nvPr/>
        </p:nvSpPr>
        <p:spPr>
          <a:xfrm>
            <a:off x="812800" y="4038600"/>
            <a:ext cx="508000" cy="5080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FFFFFF"/>
                </a:solidFill>
                <a:latin typeface="Calibri" panose="020F0502020204030204" pitchFamily="34" charset="0"/>
              </a:rPr>
              <a:t>2</a:t>
            </a:r>
          </a:p>
        </p:txBody>
      </p:sp>
      <p:sp>
        <p:nvSpPr>
          <p:cNvPr id="10" name="TextBox 9">
            <a:extLst>
              <a:ext uri="{FF2B5EF4-FFF2-40B4-BE49-F238E27FC236}">
                <a16:creationId xmlns:a16="http://schemas.microsoft.com/office/drawing/2014/main" id="{3E69C4CE-B64B-839D-8D7B-8D1D8BF338B0}"/>
              </a:ext>
            </a:extLst>
          </p:cNvPr>
          <p:cNvSpPr txBox="1"/>
          <p:nvPr/>
        </p:nvSpPr>
        <p:spPr>
          <a:xfrm>
            <a:off x="1524000" y="3937000"/>
            <a:ext cx="4368800" cy="762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Back, neck, shoulders, arms</a:t>
            </a:r>
          </a:p>
          <a:p>
            <a:r>
              <a:rPr lang="en-US" sz="1500">
                <a:solidFill>
                  <a:srgbClr val="26313D"/>
                </a:solidFill>
                <a:latin typeface="Calibri" panose="020F0502020204030204" pitchFamily="34" charset="0"/>
              </a:rPr>
              <a:t>The areas hit hardest by lifting and repositioning.</a:t>
            </a:r>
          </a:p>
        </p:txBody>
      </p:sp>
      <p:sp>
        <p:nvSpPr>
          <p:cNvPr id="11" name="Rectangle: Rounded Corners 10">
            <a:extLst>
              <a:ext uri="{FF2B5EF4-FFF2-40B4-BE49-F238E27FC236}">
                <a16:creationId xmlns:a16="http://schemas.microsoft.com/office/drawing/2014/main" id="{DC410373-F3BB-E079-08D3-016025A59D81}"/>
              </a:ext>
            </a:extLst>
          </p:cNvPr>
          <p:cNvSpPr/>
          <p:nvPr/>
        </p:nvSpPr>
        <p:spPr>
          <a:xfrm>
            <a:off x="609600" y="4953000"/>
            <a:ext cx="5461000" cy="1016000"/>
          </a:xfrm>
          <a:prstGeom prst="roundRect">
            <a:avLst>
              <a:gd name="adj" fmla="val 7000"/>
            </a:avLst>
          </a:prstGeom>
          <a:solidFill>
            <a:srgbClr val="1B365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A44958D-C6A5-F4CE-4DF4-01000F851147}"/>
              </a:ext>
            </a:extLst>
          </p:cNvPr>
          <p:cNvSpPr/>
          <p:nvPr/>
        </p:nvSpPr>
        <p:spPr>
          <a:xfrm>
            <a:off x="812800" y="5207000"/>
            <a:ext cx="508000" cy="508000"/>
          </a:xfrm>
          <a:prstGeom prst="ellipse">
            <a:avLst/>
          </a:prstGeom>
          <a:solidFill>
            <a:srgbClr val="F2B33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a:solidFill>
                  <a:srgbClr val="1B365D"/>
                </a:solidFill>
                <a:latin typeface="Calibri" panose="020F0502020204030204" pitchFamily="34" charset="0"/>
              </a:rPr>
              <a:t>3</a:t>
            </a:r>
          </a:p>
        </p:txBody>
      </p:sp>
      <p:sp>
        <p:nvSpPr>
          <p:cNvPr id="13" name="TextBox 12">
            <a:extLst>
              <a:ext uri="{FF2B5EF4-FFF2-40B4-BE49-F238E27FC236}">
                <a16:creationId xmlns:a16="http://schemas.microsoft.com/office/drawing/2014/main" id="{D129CBA9-108E-F924-A4A2-94720F71F1EF}"/>
              </a:ext>
            </a:extLst>
          </p:cNvPr>
          <p:cNvSpPr txBox="1"/>
          <p:nvPr/>
        </p:nvSpPr>
        <p:spPr>
          <a:xfrm>
            <a:off x="1524000" y="5105400"/>
            <a:ext cx="4368800" cy="762000"/>
          </a:xfrm>
          <a:prstGeom prst="rect">
            <a:avLst/>
          </a:prstGeom>
          <a:noFill/>
        </p:spPr>
        <p:txBody>
          <a:bodyPr vert="horz" wrap="square" lIns="0" tIns="0" rIns="0" bIns="0" rtlCol="0" anchor="t">
            <a:noAutofit/>
          </a:bodyPr>
          <a:lstStyle/>
          <a:p>
            <a:r>
              <a:rPr lang="en-US" sz="1700" b="1">
                <a:solidFill>
                  <a:srgbClr val="F2B33D"/>
                </a:solidFill>
                <a:latin typeface="Calibri" panose="020F0502020204030204" pitchFamily="34" charset="0"/>
              </a:rPr>
              <a:t>No pain until it's severe</a:t>
            </a:r>
          </a:p>
          <a:p>
            <a:r>
              <a:rPr lang="en-US" sz="1500">
                <a:solidFill>
                  <a:srgbClr val="FFFFFF"/>
                </a:solidFill>
                <a:latin typeface="Calibri" panose="020F0502020204030204" pitchFamily="34" charset="0"/>
              </a:rPr>
              <a:t>Cumulative microtrauma can do serious damage before you feel it.</a:t>
            </a:r>
          </a:p>
        </p:txBody>
      </p:sp>
    </p:spTree>
    <p:extLst>
      <p:ext uri="{BB962C8B-B14F-4D97-AF65-F5344CB8AC3E}">
        <p14:creationId xmlns:p14="http://schemas.microsoft.com/office/powerpoint/2010/main" val="1550535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F81E-C147-24A2-4841-EC7D89F819DC}"/>
              </a:ext>
            </a:extLst>
          </p:cNvPr>
          <p:cNvSpPr>
            <a:spLocks noGrp="1"/>
          </p:cNvSpPr>
          <p:nvPr>
            <p:ph type="title" idx="10"/>
          </p:nvPr>
        </p:nvSpPr>
        <p:spPr/>
        <p:txBody>
          <a:bodyPr/>
          <a:lstStyle/>
          <a:p>
            <a:r>
              <a:rPr lang="en-US"/>
              <a:t>Your spine is a lever</a:t>
            </a:r>
          </a:p>
        </p:txBody>
      </p:sp>
      <p:sp>
        <p:nvSpPr>
          <p:cNvPr id="3" name="TextBox 2">
            <a:extLst>
              <a:ext uri="{FF2B5EF4-FFF2-40B4-BE49-F238E27FC236}">
                <a16:creationId xmlns:a16="http://schemas.microsoft.com/office/drawing/2014/main" id="{8BB9A044-F463-FD37-F584-E28D747F8E3D}"/>
              </a:ext>
            </a:extLst>
          </p:cNvPr>
          <p:cNvSpPr txBox="1"/>
          <p:nvPr/>
        </p:nvSpPr>
        <p:spPr>
          <a:xfrm>
            <a:off x="609600" y="1168400"/>
            <a:ext cx="10972800" cy="685800"/>
          </a:xfrm>
          <a:prstGeom prst="rect">
            <a:avLst/>
          </a:prstGeom>
          <a:noFill/>
        </p:spPr>
        <p:txBody>
          <a:bodyPr vert="horz" wrap="square" lIns="0" tIns="0" rIns="0" bIns="0" rtlCol="0" anchor="t">
            <a:noAutofit/>
          </a:bodyPr>
          <a:lstStyle/>
          <a:p>
            <a:r>
              <a:rPr lang="en-US" sz="1700">
                <a:solidFill>
                  <a:srgbClr val="26313D"/>
                </a:solidFill>
                <a:latin typeface="Calibri" panose="020F0502020204030204" pitchFamily="34" charset="0"/>
              </a:rPr>
              <a:t>When you bend at the waist, it becomes the fulcrum and your back becomes the lever. The load on your low back can be 10 times the weight in your hands, plus your own body weight.</a:t>
            </a:r>
          </a:p>
        </p:txBody>
      </p:sp>
      <p:sp>
        <p:nvSpPr>
          <p:cNvPr id="4" name="TextBox 3">
            <a:extLst>
              <a:ext uri="{FF2B5EF4-FFF2-40B4-BE49-F238E27FC236}">
                <a16:creationId xmlns:a16="http://schemas.microsoft.com/office/drawing/2014/main" id="{1F95BCC2-F6B5-39A7-CB98-5EF9B7716701}"/>
              </a:ext>
            </a:extLst>
          </p:cNvPr>
          <p:cNvSpPr txBox="1"/>
          <p:nvPr/>
        </p:nvSpPr>
        <p:spPr>
          <a:xfrm>
            <a:off x="609600" y="2108200"/>
            <a:ext cx="10972800" cy="279400"/>
          </a:xfrm>
          <a:prstGeom prst="rect">
            <a:avLst/>
          </a:prstGeom>
          <a:noFill/>
        </p:spPr>
        <p:txBody>
          <a:bodyPr vert="horz" wrap="square" lIns="0" tIns="0" rIns="0" bIns="0" rtlCol="0" anchor="t">
            <a:noAutofit/>
          </a:bodyPr>
          <a:lstStyle/>
          <a:p>
            <a:r>
              <a:rPr lang="en-US" sz="1500" b="1">
                <a:solidFill>
                  <a:srgbClr val="1B365D"/>
                </a:solidFill>
                <a:latin typeface="Calibri" panose="020F0502020204030204" pitchFamily="34" charset="0"/>
              </a:rPr>
              <a:t>Stress on a 150-lb caregiver's low back when turning a patient side to side (34–36 inch reach)</a:t>
            </a:r>
          </a:p>
        </p:txBody>
      </p:sp>
      <p:sp>
        <p:nvSpPr>
          <p:cNvPr id="5" name="TextBox 4">
            <a:extLst>
              <a:ext uri="{FF2B5EF4-FFF2-40B4-BE49-F238E27FC236}">
                <a16:creationId xmlns:a16="http://schemas.microsoft.com/office/drawing/2014/main" id="{628E6940-569B-784A-9DED-8A17895833F8}"/>
              </a:ext>
            </a:extLst>
          </p:cNvPr>
          <p:cNvSpPr txBox="1"/>
          <p:nvPr/>
        </p:nvSpPr>
        <p:spPr>
          <a:xfrm>
            <a:off x="609600" y="2565400"/>
            <a:ext cx="1905000" cy="533400"/>
          </a:xfrm>
          <a:prstGeom prst="rect">
            <a:avLst/>
          </a:prstGeom>
          <a:noFill/>
        </p:spPr>
        <p:txBody>
          <a:bodyPr vert="horz" wrap="square" lIns="0" tIns="0" rIns="0" bIns="0" rtlCol="0" anchor="ctr">
            <a:noAutofit/>
          </a:bodyPr>
          <a:lstStyle/>
          <a:p>
            <a:r>
              <a:rPr lang="en-US" sz="1600">
                <a:solidFill>
                  <a:srgbClr val="26313D"/>
                </a:solidFill>
                <a:latin typeface="Calibri" panose="020F0502020204030204" pitchFamily="34" charset="0"/>
              </a:rPr>
              <a:t>100-lb patient</a:t>
            </a:r>
          </a:p>
        </p:txBody>
      </p:sp>
      <p:sp>
        <p:nvSpPr>
          <p:cNvPr id="6" name="Rectangle: Rounded Corners 5">
            <a:extLst>
              <a:ext uri="{FF2B5EF4-FFF2-40B4-BE49-F238E27FC236}">
                <a16:creationId xmlns:a16="http://schemas.microsoft.com/office/drawing/2014/main" id="{47EE30C2-87C4-BAAE-705E-4653C31656E9}"/>
              </a:ext>
            </a:extLst>
          </p:cNvPr>
          <p:cNvSpPr/>
          <p:nvPr/>
        </p:nvSpPr>
        <p:spPr>
          <a:xfrm>
            <a:off x="2616200" y="2616200"/>
            <a:ext cx="3520862" cy="431800"/>
          </a:xfrm>
          <a:prstGeom prst="roundRect">
            <a:avLst>
              <a:gd name="adj" fmla="val 20000"/>
            </a:avLst>
          </a:prstGeom>
          <a:solidFill>
            <a:srgbClr val="2F6DB5"/>
          </a:solidFill>
          <a:ln w="15875"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9FAD4FB-592B-094A-F332-CEADF4B70470}"/>
              </a:ext>
            </a:extLst>
          </p:cNvPr>
          <p:cNvSpPr txBox="1"/>
          <p:nvPr/>
        </p:nvSpPr>
        <p:spPr>
          <a:xfrm>
            <a:off x="6264062" y="2565400"/>
            <a:ext cx="1524000" cy="533400"/>
          </a:xfrm>
          <a:prstGeom prst="rect">
            <a:avLst/>
          </a:prstGeom>
          <a:noFill/>
        </p:spPr>
        <p:txBody>
          <a:bodyPr vert="horz" wrap="square" lIns="0" tIns="0" rIns="0" bIns="0" rtlCol="0" anchor="ctr">
            <a:noAutofit/>
          </a:bodyPr>
          <a:lstStyle/>
          <a:p>
            <a:r>
              <a:rPr lang="en-US" b="1">
                <a:solidFill>
                  <a:srgbClr val="1B365D"/>
                </a:solidFill>
                <a:latin typeface="Calibri" panose="020F0502020204030204" pitchFamily="34" charset="0"/>
              </a:rPr>
              <a:t>1,002 lb</a:t>
            </a:r>
          </a:p>
        </p:txBody>
      </p:sp>
      <p:sp>
        <p:nvSpPr>
          <p:cNvPr id="8" name="TextBox 7">
            <a:extLst>
              <a:ext uri="{FF2B5EF4-FFF2-40B4-BE49-F238E27FC236}">
                <a16:creationId xmlns:a16="http://schemas.microsoft.com/office/drawing/2014/main" id="{50563CCF-A837-9F28-D155-A7EE168965E3}"/>
              </a:ext>
            </a:extLst>
          </p:cNvPr>
          <p:cNvSpPr txBox="1"/>
          <p:nvPr/>
        </p:nvSpPr>
        <p:spPr>
          <a:xfrm>
            <a:off x="609600" y="3276600"/>
            <a:ext cx="1905000" cy="533400"/>
          </a:xfrm>
          <a:prstGeom prst="rect">
            <a:avLst/>
          </a:prstGeom>
          <a:noFill/>
        </p:spPr>
        <p:txBody>
          <a:bodyPr vert="horz" wrap="square" lIns="0" tIns="0" rIns="0" bIns="0" rtlCol="0" anchor="ctr">
            <a:noAutofit/>
          </a:bodyPr>
          <a:lstStyle/>
          <a:p>
            <a:r>
              <a:rPr lang="en-US" sz="1600">
                <a:solidFill>
                  <a:srgbClr val="26313D"/>
                </a:solidFill>
                <a:latin typeface="Calibri" panose="020F0502020204030204" pitchFamily="34" charset="0"/>
              </a:rPr>
              <a:t>150-lb patient</a:t>
            </a:r>
          </a:p>
        </p:txBody>
      </p:sp>
      <p:sp>
        <p:nvSpPr>
          <p:cNvPr id="9" name="Rectangle: Rounded Corners 8">
            <a:extLst>
              <a:ext uri="{FF2B5EF4-FFF2-40B4-BE49-F238E27FC236}">
                <a16:creationId xmlns:a16="http://schemas.microsoft.com/office/drawing/2014/main" id="{CF241837-B7F1-BE2D-363E-92B953CF0F1E}"/>
              </a:ext>
            </a:extLst>
          </p:cNvPr>
          <p:cNvSpPr/>
          <p:nvPr/>
        </p:nvSpPr>
        <p:spPr>
          <a:xfrm>
            <a:off x="2616200" y="3327400"/>
            <a:ext cx="4617178" cy="431800"/>
          </a:xfrm>
          <a:prstGeom prst="roundRect">
            <a:avLst>
              <a:gd name="adj" fmla="val 20000"/>
            </a:avLst>
          </a:prstGeom>
          <a:solidFill>
            <a:srgbClr val="2F6DB5"/>
          </a:solidFill>
          <a:ln w="15875"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C3AB37-C88F-A9A8-4599-1AE6BFC63CC3}"/>
              </a:ext>
            </a:extLst>
          </p:cNvPr>
          <p:cNvSpPr txBox="1"/>
          <p:nvPr/>
        </p:nvSpPr>
        <p:spPr>
          <a:xfrm>
            <a:off x="7360378" y="3276600"/>
            <a:ext cx="1524000" cy="533400"/>
          </a:xfrm>
          <a:prstGeom prst="rect">
            <a:avLst/>
          </a:prstGeom>
          <a:noFill/>
        </p:spPr>
        <p:txBody>
          <a:bodyPr vert="horz" wrap="square" lIns="0" tIns="0" rIns="0" bIns="0" rtlCol="0" anchor="ctr">
            <a:noAutofit/>
          </a:bodyPr>
          <a:lstStyle/>
          <a:p>
            <a:r>
              <a:rPr lang="en-US" b="1">
                <a:solidFill>
                  <a:srgbClr val="1B365D"/>
                </a:solidFill>
                <a:latin typeface="Calibri" panose="020F0502020204030204" pitchFamily="34" charset="0"/>
              </a:rPr>
              <a:t>1,314 lb</a:t>
            </a:r>
          </a:p>
        </p:txBody>
      </p:sp>
      <p:sp>
        <p:nvSpPr>
          <p:cNvPr id="11" name="TextBox 10">
            <a:extLst>
              <a:ext uri="{FF2B5EF4-FFF2-40B4-BE49-F238E27FC236}">
                <a16:creationId xmlns:a16="http://schemas.microsoft.com/office/drawing/2014/main" id="{D9A0D995-1A14-DB76-E79B-E5CF9715BCBA}"/>
              </a:ext>
            </a:extLst>
          </p:cNvPr>
          <p:cNvSpPr txBox="1"/>
          <p:nvPr/>
        </p:nvSpPr>
        <p:spPr>
          <a:xfrm>
            <a:off x="609600" y="3987800"/>
            <a:ext cx="1905000" cy="533400"/>
          </a:xfrm>
          <a:prstGeom prst="rect">
            <a:avLst/>
          </a:prstGeom>
          <a:noFill/>
        </p:spPr>
        <p:txBody>
          <a:bodyPr vert="horz" wrap="square" lIns="0" tIns="0" rIns="0" bIns="0" rtlCol="0" anchor="ctr">
            <a:noAutofit/>
          </a:bodyPr>
          <a:lstStyle/>
          <a:p>
            <a:r>
              <a:rPr lang="en-US" sz="1600">
                <a:solidFill>
                  <a:srgbClr val="26313D"/>
                </a:solidFill>
                <a:latin typeface="Calibri" panose="020F0502020204030204" pitchFamily="34" charset="0"/>
              </a:rPr>
              <a:t>200-lb patient</a:t>
            </a:r>
          </a:p>
        </p:txBody>
      </p:sp>
      <p:sp>
        <p:nvSpPr>
          <p:cNvPr id="12" name="Rectangle: Rounded Corners 11">
            <a:extLst>
              <a:ext uri="{FF2B5EF4-FFF2-40B4-BE49-F238E27FC236}">
                <a16:creationId xmlns:a16="http://schemas.microsoft.com/office/drawing/2014/main" id="{732A5DEF-E424-1C7F-86C9-665EE86BD544}"/>
              </a:ext>
            </a:extLst>
          </p:cNvPr>
          <p:cNvSpPr/>
          <p:nvPr/>
        </p:nvSpPr>
        <p:spPr>
          <a:xfrm>
            <a:off x="2616200" y="4038600"/>
            <a:ext cx="5955948" cy="431800"/>
          </a:xfrm>
          <a:prstGeom prst="roundRect">
            <a:avLst>
              <a:gd name="adj" fmla="val 20000"/>
            </a:avLst>
          </a:prstGeom>
          <a:solidFill>
            <a:srgbClr val="2F6DB5"/>
          </a:solidFill>
          <a:ln w="15875"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6CE6C03-F76E-EFC0-7524-D58DEB0F17C1}"/>
              </a:ext>
            </a:extLst>
          </p:cNvPr>
          <p:cNvSpPr txBox="1"/>
          <p:nvPr/>
        </p:nvSpPr>
        <p:spPr>
          <a:xfrm>
            <a:off x="8699149" y="3987800"/>
            <a:ext cx="1524000" cy="533400"/>
          </a:xfrm>
          <a:prstGeom prst="rect">
            <a:avLst/>
          </a:prstGeom>
          <a:noFill/>
        </p:spPr>
        <p:txBody>
          <a:bodyPr vert="horz" wrap="square" lIns="0" tIns="0" rIns="0" bIns="0" rtlCol="0" anchor="ctr">
            <a:noAutofit/>
          </a:bodyPr>
          <a:lstStyle/>
          <a:p>
            <a:r>
              <a:rPr lang="en-US" b="1">
                <a:solidFill>
                  <a:srgbClr val="1B365D"/>
                </a:solidFill>
                <a:latin typeface="Calibri" panose="020F0502020204030204" pitchFamily="34" charset="0"/>
              </a:rPr>
              <a:t>1,695 lb</a:t>
            </a:r>
          </a:p>
        </p:txBody>
      </p:sp>
      <p:sp>
        <p:nvSpPr>
          <p:cNvPr id="14" name="TextBox 13">
            <a:extLst>
              <a:ext uri="{FF2B5EF4-FFF2-40B4-BE49-F238E27FC236}">
                <a16:creationId xmlns:a16="http://schemas.microsoft.com/office/drawing/2014/main" id="{0095FE05-53F3-893F-1E1F-D3189BD9F039}"/>
              </a:ext>
            </a:extLst>
          </p:cNvPr>
          <p:cNvSpPr txBox="1"/>
          <p:nvPr/>
        </p:nvSpPr>
        <p:spPr>
          <a:xfrm>
            <a:off x="609600" y="4699000"/>
            <a:ext cx="1905000" cy="533400"/>
          </a:xfrm>
          <a:prstGeom prst="rect">
            <a:avLst/>
          </a:prstGeom>
          <a:noFill/>
        </p:spPr>
        <p:txBody>
          <a:bodyPr vert="horz" wrap="square" lIns="0" tIns="0" rIns="0" bIns="0" rtlCol="0" anchor="ctr">
            <a:noAutofit/>
          </a:bodyPr>
          <a:lstStyle/>
          <a:p>
            <a:r>
              <a:rPr lang="en-US" sz="1600">
                <a:solidFill>
                  <a:srgbClr val="26313D"/>
                </a:solidFill>
                <a:latin typeface="Calibri" panose="020F0502020204030204" pitchFamily="34" charset="0"/>
              </a:rPr>
              <a:t>250-lb patient</a:t>
            </a:r>
          </a:p>
        </p:txBody>
      </p:sp>
      <p:sp>
        <p:nvSpPr>
          <p:cNvPr id="15" name="Rectangle: Rounded Corners 14">
            <a:extLst>
              <a:ext uri="{FF2B5EF4-FFF2-40B4-BE49-F238E27FC236}">
                <a16:creationId xmlns:a16="http://schemas.microsoft.com/office/drawing/2014/main" id="{280156F9-FC71-1076-4EE9-2B8EA5B88F76}"/>
              </a:ext>
            </a:extLst>
          </p:cNvPr>
          <p:cNvSpPr/>
          <p:nvPr/>
        </p:nvSpPr>
        <p:spPr>
          <a:xfrm>
            <a:off x="2616200" y="4749800"/>
            <a:ext cx="7112000" cy="431800"/>
          </a:xfrm>
          <a:prstGeom prst="roundRect">
            <a:avLst>
              <a:gd name="adj" fmla="val 20000"/>
            </a:avLst>
          </a:prstGeom>
          <a:solidFill>
            <a:srgbClr val="B8322A"/>
          </a:solidFill>
          <a:ln w="15875"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9FFBF07-4196-93BF-A99D-8F8B1640E47D}"/>
              </a:ext>
            </a:extLst>
          </p:cNvPr>
          <p:cNvSpPr txBox="1"/>
          <p:nvPr/>
        </p:nvSpPr>
        <p:spPr>
          <a:xfrm>
            <a:off x="9855200" y="4699000"/>
            <a:ext cx="1524000" cy="533400"/>
          </a:xfrm>
          <a:prstGeom prst="rect">
            <a:avLst/>
          </a:prstGeom>
          <a:noFill/>
        </p:spPr>
        <p:txBody>
          <a:bodyPr vert="horz" wrap="square" lIns="0" tIns="0" rIns="0" bIns="0" rtlCol="0" anchor="ctr">
            <a:noAutofit/>
          </a:bodyPr>
          <a:lstStyle/>
          <a:p>
            <a:r>
              <a:rPr lang="en-US" b="1">
                <a:solidFill>
                  <a:srgbClr val="1B365D"/>
                </a:solidFill>
                <a:latin typeface="Calibri" panose="020F0502020204030204" pitchFamily="34" charset="0"/>
              </a:rPr>
              <a:t>2,024 lb</a:t>
            </a:r>
          </a:p>
        </p:txBody>
      </p:sp>
      <p:sp>
        <p:nvSpPr>
          <p:cNvPr id="17" name="Rectangle: Rounded Corners 16">
            <a:extLst>
              <a:ext uri="{FF2B5EF4-FFF2-40B4-BE49-F238E27FC236}">
                <a16:creationId xmlns:a16="http://schemas.microsoft.com/office/drawing/2014/main" id="{22489C3B-B0CF-370C-723C-FD29394F8E2E}"/>
              </a:ext>
            </a:extLst>
          </p:cNvPr>
          <p:cNvSpPr/>
          <p:nvPr/>
        </p:nvSpPr>
        <p:spPr>
          <a:xfrm>
            <a:off x="609600" y="5511800"/>
            <a:ext cx="10972800" cy="812800"/>
          </a:xfrm>
          <a:prstGeom prst="roundRect">
            <a:avLst>
              <a:gd name="adj" fmla="val 7000"/>
            </a:avLst>
          </a:prstGeom>
          <a:solidFill>
            <a:srgbClr val="F2B33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7D6DAAF-47D3-E58C-E61C-37CD687E2E15}"/>
              </a:ext>
            </a:extLst>
          </p:cNvPr>
          <p:cNvSpPr txBox="1"/>
          <p:nvPr/>
        </p:nvSpPr>
        <p:spPr>
          <a:xfrm>
            <a:off x="914400" y="5511800"/>
            <a:ext cx="10363200" cy="812800"/>
          </a:xfrm>
          <a:prstGeom prst="rect">
            <a:avLst/>
          </a:prstGeom>
          <a:noFill/>
        </p:spPr>
        <p:txBody>
          <a:bodyPr vert="horz" wrap="square" lIns="0" tIns="0" rIns="0" bIns="0" rtlCol="0" anchor="ctr">
            <a:noAutofit/>
          </a:bodyPr>
          <a:lstStyle/>
          <a:p>
            <a:r>
              <a:rPr lang="en-US" b="1">
                <a:solidFill>
                  <a:srgbClr val="1B365D"/>
                </a:solidFill>
                <a:latin typeface="Calibri" panose="020F0502020204030204" pitchFamily="34" charset="0"/>
              </a:rPr>
              <a:t>Turning counts too. Even a small patient can put over 1,000 lb of force on your low back.</a:t>
            </a:r>
          </a:p>
        </p:txBody>
      </p:sp>
    </p:spTree>
    <p:extLst>
      <p:ext uri="{BB962C8B-B14F-4D97-AF65-F5344CB8AC3E}">
        <p14:creationId xmlns:p14="http://schemas.microsoft.com/office/powerpoint/2010/main" val="344365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2631D-3D72-CFD9-BF94-80163C3EF347}"/>
              </a:ext>
            </a:extLst>
          </p:cNvPr>
          <p:cNvSpPr>
            <a:spLocks noGrp="1"/>
          </p:cNvSpPr>
          <p:nvPr>
            <p:ph type="title" idx="10"/>
          </p:nvPr>
        </p:nvSpPr>
        <p:spPr/>
        <p:txBody>
          <a:bodyPr/>
          <a:lstStyle/>
          <a:p>
            <a:r>
              <a:rPr lang="en-US"/>
              <a:t>High-risk patient care activities</a:t>
            </a:r>
          </a:p>
        </p:txBody>
      </p:sp>
      <p:sp>
        <p:nvSpPr>
          <p:cNvPr id="3" name="Rectangle: Rounded Corners 2">
            <a:extLst>
              <a:ext uri="{FF2B5EF4-FFF2-40B4-BE49-F238E27FC236}">
                <a16:creationId xmlns:a16="http://schemas.microsoft.com/office/drawing/2014/main" id="{03442400-FB19-F785-FE9D-7CEAA9C88A9D}"/>
              </a:ext>
            </a:extLst>
          </p:cNvPr>
          <p:cNvSpPr/>
          <p:nvPr/>
        </p:nvSpPr>
        <p:spPr>
          <a:xfrm>
            <a:off x="609600" y="13716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27BD00F-62EE-B4B2-5A6D-B8A131785FA5}"/>
              </a:ext>
            </a:extLst>
          </p:cNvPr>
          <p:cNvSpPr/>
          <p:nvPr/>
        </p:nvSpPr>
        <p:spPr>
          <a:xfrm>
            <a:off x="838200" y="1612900"/>
            <a:ext cx="406400" cy="406400"/>
          </a:xfrm>
          <a:prstGeom prst="ellipse">
            <a:avLst/>
          </a:prstGeom>
          <a:solidFill>
            <a:srgbClr val="B8322A"/>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5" name="TextBox 4">
            <a:extLst>
              <a:ext uri="{FF2B5EF4-FFF2-40B4-BE49-F238E27FC236}">
                <a16:creationId xmlns:a16="http://schemas.microsoft.com/office/drawing/2014/main" id="{A12E4407-7DFD-6AAD-6FFE-2A868A16538A}"/>
              </a:ext>
            </a:extLst>
          </p:cNvPr>
          <p:cNvSpPr txBox="1"/>
          <p:nvPr/>
        </p:nvSpPr>
        <p:spPr>
          <a:xfrm>
            <a:off x="1422400" y="13716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Transferring</a:t>
            </a:r>
          </a:p>
        </p:txBody>
      </p:sp>
      <p:sp>
        <p:nvSpPr>
          <p:cNvPr id="6" name="Rectangle: Rounded Corners 5">
            <a:extLst>
              <a:ext uri="{FF2B5EF4-FFF2-40B4-BE49-F238E27FC236}">
                <a16:creationId xmlns:a16="http://schemas.microsoft.com/office/drawing/2014/main" id="{C20C90CC-14CD-46EE-9E2A-CB7F0F483306}"/>
              </a:ext>
            </a:extLst>
          </p:cNvPr>
          <p:cNvSpPr/>
          <p:nvPr/>
        </p:nvSpPr>
        <p:spPr>
          <a:xfrm>
            <a:off x="4368800" y="13716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9F8A54-8E5B-D9AA-775D-2A107EF24FF0}"/>
              </a:ext>
            </a:extLst>
          </p:cNvPr>
          <p:cNvSpPr/>
          <p:nvPr/>
        </p:nvSpPr>
        <p:spPr>
          <a:xfrm>
            <a:off x="4597400" y="1612900"/>
            <a:ext cx="406400" cy="406400"/>
          </a:xfrm>
          <a:prstGeom prst="ellipse">
            <a:avLst/>
          </a:prstGeom>
          <a:solidFill>
            <a:srgbClr val="B8322A"/>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8" name="TextBox 7">
            <a:extLst>
              <a:ext uri="{FF2B5EF4-FFF2-40B4-BE49-F238E27FC236}">
                <a16:creationId xmlns:a16="http://schemas.microsoft.com/office/drawing/2014/main" id="{EA17CC73-7798-12D0-9FE6-1D82C5AD4A90}"/>
              </a:ext>
            </a:extLst>
          </p:cNvPr>
          <p:cNvSpPr txBox="1"/>
          <p:nvPr/>
        </p:nvSpPr>
        <p:spPr>
          <a:xfrm>
            <a:off x="5181600" y="13716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Lifting</a:t>
            </a:r>
          </a:p>
        </p:txBody>
      </p:sp>
      <p:sp>
        <p:nvSpPr>
          <p:cNvPr id="9" name="Rectangle: Rounded Corners 8">
            <a:extLst>
              <a:ext uri="{FF2B5EF4-FFF2-40B4-BE49-F238E27FC236}">
                <a16:creationId xmlns:a16="http://schemas.microsoft.com/office/drawing/2014/main" id="{FD563955-D5B1-65F2-1CFF-E0FC314F09E7}"/>
              </a:ext>
            </a:extLst>
          </p:cNvPr>
          <p:cNvSpPr/>
          <p:nvPr/>
        </p:nvSpPr>
        <p:spPr>
          <a:xfrm>
            <a:off x="8128000" y="13716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76523DB-AE64-EBE1-C62B-05263C8AC8DD}"/>
              </a:ext>
            </a:extLst>
          </p:cNvPr>
          <p:cNvSpPr/>
          <p:nvPr/>
        </p:nvSpPr>
        <p:spPr>
          <a:xfrm>
            <a:off x="8356600" y="1612900"/>
            <a:ext cx="406400" cy="406400"/>
          </a:xfrm>
          <a:prstGeom prst="ellipse">
            <a:avLst/>
          </a:prstGeom>
          <a:solidFill>
            <a:srgbClr val="B8322A"/>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11" name="TextBox 10">
            <a:extLst>
              <a:ext uri="{FF2B5EF4-FFF2-40B4-BE49-F238E27FC236}">
                <a16:creationId xmlns:a16="http://schemas.microsoft.com/office/drawing/2014/main" id="{30904882-443A-AB20-C4AE-F36376BB4E94}"/>
              </a:ext>
            </a:extLst>
          </p:cNvPr>
          <p:cNvSpPr txBox="1"/>
          <p:nvPr/>
        </p:nvSpPr>
        <p:spPr>
          <a:xfrm>
            <a:off x="8940800" y="13716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Weighing</a:t>
            </a:r>
          </a:p>
        </p:txBody>
      </p:sp>
      <p:sp>
        <p:nvSpPr>
          <p:cNvPr id="12" name="Rectangle: Rounded Corners 11">
            <a:extLst>
              <a:ext uri="{FF2B5EF4-FFF2-40B4-BE49-F238E27FC236}">
                <a16:creationId xmlns:a16="http://schemas.microsoft.com/office/drawing/2014/main" id="{BD2403EC-C910-A292-A174-9AF4951D1F33}"/>
              </a:ext>
            </a:extLst>
          </p:cNvPr>
          <p:cNvSpPr/>
          <p:nvPr/>
        </p:nvSpPr>
        <p:spPr>
          <a:xfrm>
            <a:off x="609600" y="24638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A6CB439-6054-D824-545B-E87027CB269E}"/>
              </a:ext>
            </a:extLst>
          </p:cNvPr>
          <p:cNvSpPr/>
          <p:nvPr/>
        </p:nvSpPr>
        <p:spPr>
          <a:xfrm>
            <a:off x="838200" y="2705100"/>
            <a:ext cx="406400" cy="406400"/>
          </a:xfrm>
          <a:prstGeom prst="ellipse">
            <a:avLst/>
          </a:prstGeom>
          <a:solidFill>
            <a:srgbClr val="B8322A"/>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14" name="TextBox 13">
            <a:extLst>
              <a:ext uri="{FF2B5EF4-FFF2-40B4-BE49-F238E27FC236}">
                <a16:creationId xmlns:a16="http://schemas.microsoft.com/office/drawing/2014/main" id="{090EB141-93E0-5B4B-A2CE-B5390C3B93B4}"/>
              </a:ext>
            </a:extLst>
          </p:cNvPr>
          <p:cNvSpPr txBox="1"/>
          <p:nvPr/>
        </p:nvSpPr>
        <p:spPr>
          <a:xfrm>
            <a:off x="1422400" y="24638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Repositioning</a:t>
            </a:r>
          </a:p>
        </p:txBody>
      </p:sp>
      <p:sp>
        <p:nvSpPr>
          <p:cNvPr id="15" name="Rectangle: Rounded Corners 14">
            <a:extLst>
              <a:ext uri="{FF2B5EF4-FFF2-40B4-BE49-F238E27FC236}">
                <a16:creationId xmlns:a16="http://schemas.microsoft.com/office/drawing/2014/main" id="{BC00F85B-FF42-CB57-C580-C47F9AFD9E8C}"/>
              </a:ext>
            </a:extLst>
          </p:cNvPr>
          <p:cNvSpPr/>
          <p:nvPr/>
        </p:nvSpPr>
        <p:spPr>
          <a:xfrm>
            <a:off x="4368800" y="24638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0D45466-5173-77B9-06CA-7A8E979ED0B8}"/>
              </a:ext>
            </a:extLst>
          </p:cNvPr>
          <p:cNvSpPr/>
          <p:nvPr/>
        </p:nvSpPr>
        <p:spPr>
          <a:xfrm>
            <a:off x="4597400" y="2705100"/>
            <a:ext cx="406400" cy="406400"/>
          </a:xfrm>
          <a:prstGeom prst="ellipse">
            <a:avLst/>
          </a:prstGeom>
          <a:solidFill>
            <a:srgbClr val="B8322A"/>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17" name="TextBox 16">
            <a:extLst>
              <a:ext uri="{FF2B5EF4-FFF2-40B4-BE49-F238E27FC236}">
                <a16:creationId xmlns:a16="http://schemas.microsoft.com/office/drawing/2014/main" id="{34A9F38A-63D1-7461-B15E-4CBCC76FEA19}"/>
              </a:ext>
            </a:extLst>
          </p:cNvPr>
          <p:cNvSpPr txBox="1"/>
          <p:nvPr/>
        </p:nvSpPr>
        <p:spPr>
          <a:xfrm>
            <a:off x="5181600" y="24638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Boosting up in bed or chair</a:t>
            </a:r>
          </a:p>
        </p:txBody>
      </p:sp>
      <p:sp>
        <p:nvSpPr>
          <p:cNvPr id="18" name="Rectangle: Rounded Corners 17">
            <a:extLst>
              <a:ext uri="{FF2B5EF4-FFF2-40B4-BE49-F238E27FC236}">
                <a16:creationId xmlns:a16="http://schemas.microsoft.com/office/drawing/2014/main" id="{E0819124-66E9-129F-03E3-1B0BCA4B9C4C}"/>
              </a:ext>
            </a:extLst>
          </p:cNvPr>
          <p:cNvSpPr/>
          <p:nvPr/>
        </p:nvSpPr>
        <p:spPr>
          <a:xfrm>
            <a:off x="8128000" y="24638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1AFCF67-B3B1-8F2A-D0C6-8BA5B47D6963}"/>
              </a:ext>
            </a:extLst>
          </p:cNvPr>
          <p:cNvSpPr/>
          <p:nvPr/>
        </p:nvSpPr>
        <p:spPr>
          <a:xfrm>
            <a:off x="8356600" y="2705100"/>
            <a:ext cx="406400" cy="406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20" name="TextBox 19">
            <a:extLst>
              <a:ext uri="{FF2B5EF4-FFF2-40B4-BE49-F238E27FC236}">
                <a16:creationId xmlns:a16="http://schemas.microsoft.com/office/drawing/2014/main" id="{A1738F7C-C137-3536-F58C-425FF8D2F32F}"/>
              </a:ext>
            </a:extLst>
          </p:cNvPr>
          <p:cNvSpPr txBox="1"/>
          <p:nvPr/>
        </p:nvSpPr>
        <p:spPr>
          <a:xfrm>
            <a:off x="8940800" y="24638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Bathing</a:t>
            </a:r>
          </a:p>
        </p:txBody>
      </p:sp>
      <p:sp>
        <p:nvSpPr>
          <p:cNvPr id="21" name="Rectangle: Rounded Corners 20">
            <a:extLst>
              <a:ext uri="{FF2B5EF4-FFF2-40B4-BE49-F238E27FC236}">
                <a16:creationId xmlns:a16="http://schemas.microsoft.com/office/drawing/2014/main" id="{8BF956C4-5CE9-56A7-E6DA-D41E2627ADCA}"/>
              </a:ext>
            </a:extLst>
          </p:cNvPr>
          <p:cNvSpPr/>
          <p:nvPr/>
        </p:nvSpPr>
        <p:spPr>
          <a:xfrm>
            <a:off x="609600" y="35560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E3BCA1B-C578-50F4-6E3C-C61EE52386B8}"/>
              </a:ext>
            </a:extLst>
          </p:cNvPr>
          <p:cNvSpPr/>
          <p:nvPr/>
        </p:nvSpPr>
        <p:spPr>
          <a:xfrm>
            <a:off x="838200" y="3797300"/>
            <a:ext cx="406400" cy="406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23" name="TextBox 22">
            <a:extLst>
              <a:ext uri="{FF2B5EF4-FFF2-40B4-BE49-F238E27FC236}">
                <a16:creationId xmlns:a16="http://schemas.microsoft.com/office/drawing/2014/main" id="{C8B893A7-AD41-D6FB-F846-62EA588D7C5C}"/>
              </a:ext>
            </a:extLst>
          </p:cNvPr>
          <p:cNvSpPr txBox="1"/>
          <p:nvPr/>
        </p:nvSpPr>
        <p:spPr>
          <a:xfrm>
            <a:off x="1422400" y="35560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Dressing and undressing</a:t>
            </a:r>
          </a:p>
        </p:txBody>
      </p:sp>
      <p:sp>
        <p:nvSpPr>
          <p:cNvPr id="24" name="Rectangle: Rounded Corners 23">
            <a:extLst>
              <a:ext uri="{FF2B5EF4-FFF2-40B4-BE49-F238E27FC236}">
                <a16:creationId xmlns:a16="http://schemas.microsoft.com/office/drawing/2014/main" id="{3EA8720A-719C-ED65-A587-E09267554B32}"/>
              </a:ext>
            </a:extLst>
          </p:cNvPr>
          <p:cNvSpPr/>
          <p:nvPr/>
        </p:nvSpPr>
        <p:spPr>
          <a:xfrm>
            <a:off x="4368800" y="35560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F444969-9008-26C1-134F-F545D95DC801}"/>
              </a:ext>
            </a:extLst>
          </p:cNvPr>
          <p:cNvSpPr/>
          <p:nvPr/>
        </p:nvSpPr>
        <p:spPr>
          <a:xfrm>
            <a:off x="4597400" y="3797300"/>
            <a:ext cx="406400" cy="406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26" name="TextBox 25">
            <a:extLst>
              <a:ext uri="{FF2B5EF4-FFF2-40B4-BE49-F238E27FC236}">
                <a16:creationId xmlns:a16="http://schemas.microsoft.com/office/drawing/2014/main" id="{4E9F53BB-574B-36A5-FA38-09FB6B1EF7E8}"/>
              </a:ext>
            </a:extLst>
          </p:cNvPr>
          <p:cNvSpPr txBox="1"/>
          <p:nvPr/>
        </p:nvSpPr>
        <p:spPr>
          <a:xfrm>
            <a:off x="5181600" y="35560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Feeding</a:t>
            </a:r>
          </a:p>
        </p:txBody>
      </p:sp>
      <p:sp>
        <p:nvSpPr>
          <p:cNvPr id="27" name="Rectangle: Rounded Corners 26">
            <a:extLst>
              <a:ext uri="{FF2B5EF4-FFF2-40B4-BE49-F238E27FC236}">
                <a16:creationId xmlns:a16="http://schemas.microsoft.com/office/drawing/2014/main" id="{7FB98C87-458F-E4B2-1993-F7A8E8A906B5}"/>
              </a:ext>
            </a:extLst>
          </p:cNvPr>
          <p:cNvSpPr/>
          <p:nvPr/>
        </p:nvSpPr>
        <p:spPr>
          <a:xfrm>
            <a:off x="8128000" y="35560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9D012F5-B798-7A62-D562-C7FB9E408455}"/>
              </a:ext>
            </a:extLst>
          </p:cNvPr>
          <p:cNvSpPr/>
          <p:nvPr/>
        </p:nvSpPr>
        <p:spPr>
          <a:xfrm>
            <a:off x="8356600" y="3797300"/>
            <a:ext cx="406400" cy="406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29" name="TextBox 28">
            <a:extLst>
              <a:ext uri="{FF2B5EF4-FFF2-40B4-BE49-F238E27FC236}">
                <a16:creationId xmlns:a16="http://schemas.microsoft.com/office/drawing/2014/main" id="{99D1C056-6EE9-3A4D-C722-264FBF4FA93E}"/>
              </a:ext>
            </a:extLst>
          </p:cNvPr>
          <p:cNvSpPr txBox="1"/>
          <p:nvPr/>
        </p:nvSpPr>
        <p:spPr>
          <a:xfrm>
            <a:off x="8940800" y="35560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Putting on TED stockings</a:t>
            </a:r>
          </a:p>
        </p:txBody>
      </p:sp>
      <p:sp>
        <p:nvSpPr>
          <p:cNvPr id="30" name="Rectangle: Rounded Corners 29">
            <a:extLst>
              <a:ext uri="{FF2B5EF4-FFF2-40B4-BE49-F238E27FC236}">
                <a16:creationId xmlns:a16="http://schemas.microsoft.com/office/drawing/2014/main" id="{5C77A46D-210C-15A9-48AC-5315B4B251E3}"/>
              </a:ext>
            </a:extLst>
          </p:cNvPr>
          <p:cNvSpPr/>
          <p:nvPr/>
        </p:nvSpPr>
        <p:spPr>
          <a:xfrm>
            <a:off x="609600" y="46482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E2AA341C-ADD5-57D7-5798-DCBA6C0C31B7}"/>
              </a:ext>
            </a:extLst>
          </p:cNvPr>
          <p:cNvSpPr/>
          <p:nvPr/>
        </p:nvSpPr>
        <p:spPr>
          <a:xfrm>
            <a:off x="838200" y="4889500"/>
            <a:ext cx="406400" cy="406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32" name="TextBox 31">
            <a:extLst>
              <a:ext uri="{FF2B5EF4-FFF2-40B4-BE49-F238E27FC236}">
                <a16:creationId xmlns:a16="http://schemas.microsoft.com/office/drawing/2014/main" id="{255AD975-F1BA-AE72-2E6E-7A4DA1336E77}"/>
              </a:ext>
            </a:extLst>
          </p:cNvPr>
          <p:cNvSpPr txBox="1"/>
          <p:nvPr/>
        </p:nvSpPr>
        <p:spPr>
          <a:xfrm>
            <a:off x="1422400" y="46482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Working in awkward positions</a:t>
            </a:r>
          </a:p>
        </p:txBody>
      </p:sp>
      <p:sp>
        <p:nvSpPr>
          <p:cNvPr id="33" name="Rectangle: Rounded Corners 32">
            <a:extLst>
              <a:ext uri="{FF2B5EF4-FFF2-40B4-BE49-F238E27FC236}">
                <a16:creationId xmlns:a16="http://schemas.microsoft.com/office/drawing/2014/main" id="{418C49DF-27F3-97D8-8456-BDAD43D4C989}"/>
              </a:ext>
            </a:extLst>
          </p:cNvPr>
          <p:cNvSpPr/>
          <p:nvPr/>
        </p:nvSpPr>
        <p:spPr>
          <a:xfrm>
            <a:off x="4368800" y="4648200"/>
            <a:ext cx="3454400" cy="8890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88F8F43-DE2B-5437-A986-A2A37A1E3CCC}"/>
              </a:ext>
            </a:extLst>
          </p:cNvPr>
          <p:cNvSpPr/>
          <p:nvPr/>
        </p:nvSpPr>
        <p:spPr>
          <a:xfrm>
            <a:off x="4597400" y="4889500"/>
            <a:ext cx="406400" cy="4064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a:t>
            </a:r>
          </a:p>
        </p:txBody>
      </p:sp>
      <p:sp>
        <p:nvSpPr>
          <p:cNvPr id="35" name="TextBox 34">
            <a:extLst>
              <a:ext uri="{FF2B5EF4-FFF2-40B4-BE49-F238E27FC236}">
                <a16:creationId xmlns:a16="http://schemas.microsoft.com/office/drawing/2014/main" id="{86D5B480-A594-8C6C-0088-526E925A2AB6}"/>
              </a:ext>
            </a:extLst>
          </p:cNvPr>
          <p:cNvSpPr txBox="1"/>
          <p:nvPr/>
        </p:nvSpPr>
        <p:spPr>
          <a:xfrm>
            <a:off x="5181600" y="4648200"/>
            <a:ext cx="2489200" cy="889000"/>
          </a:xfrm>
          <a:prstGeom prst="rect">
            <a:avLst/>
          </a:prstGeom>
          <a:noFill/>
        </p:spPr>
        <p:txBody>
          <a:bodyPr vert="horz" wrap="square" lIns="0" tIns="0" rIns="0" bIns="0" rtlCol="0" anchor="ctr">
            <a:noAutofit/>
          </a:bodyPr>
          <a:lstStyle/>
          <a:p>
            <a:r>
              <a:rPr lang="en-US" sz="1700" b="1">
                <a:solidFill>
                  <a:srgbClr val="1B365D"/>
                </a:solidFill>
                <a:latin typeface="Calibri" panose="020F0502020204030204" pitchFamily="34" charset="0"/>
              </a:rPr>
              <a:t>Working in confined spaces</a:t>
            </a:r>
          </a:p>
        </p:txBody>
      </p:sp>
      <p:sp>
        <p:nvSpPr>
          <p:cNvPr id="36" name="TextBox 35">
            <a:extLst>
              <a:ext uri="{FF2B5EF4-FFF2-40B4-BE49-F238E27FC236}">
                <a16:creationId xmlns:a16="http://schemas.microsoft.com/office/drawing/2014/main" id="{DAA076FC-84BD-7632-1FC1-3E220E155791}"/>
              </a:ext>
            </a:extLst>
          </p:cNvPr>
          <p:cNvSpPr txBox="1"/>
          <p:nvPr/>
        </p:nvSpPr>
        <p:spPr>
          <a:xfrm>
            <a:off x="8128000" y="5740400"/>
            <a:ext cx="3454400" cy="635000"/>
          </a:xfrm>
          <a:prstGeom prst="rect">
            <a:avLst/>
          </a:prstGeom>
          <a:noFill/>
        </p:spPr>
        <p:txBody>
          <a:bodyPr vert="horz" wrap="square" lIns="0" tIns="0" rIns="0" bIns="0" rtlCol="0" anchor="ctr">
            <a:noAutofit/>
          </a:bodyPr>
          <a:lstStyle/>
          <a:p>
            <a:r>
              <a:rPr lang="en-US" sz="1400">
                <a:solidFill>
                  <a:srgbClr val="5A6B7D"/>
                </a:solidFill>
                <a:latin typeface="Calibri" panose="020F0502020204030204" pitchFamily="34" charset="0"/>
              </a:rPr>
              <a:t>Red: the highest-force tasks. Use equipment for these every time.</a:t>
            </a:r>
          </a:p>
        </p:txBody>
      </p:sp>
    </p:spTree>
    <p:extLst>
      <p:ext uri="{BB962C8B-B14F-4D97-AF65-F5344CB8AC3E}">
        <p14:creationId xmlns:p14="http://schemas.microsoft.com/office/powerpoint/2010/main" val="2191115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E961B-9166-A510-33FB-36A49AB4FE51}"/>
              </a:ext>
            </a:extLst>
          </p:cNvPr>
          <p:cNvSpPr>
            <a:spLocks noGrp="1"/>
          </p:cNvSpPr>
          <p:nvPr>
            <p:ph type="title" idx="10"/>
          </p:nvPr>
        </p:nvSpPr>
        <p:spPr/>
        <p:txBody>
          <a:bodyPr/>
          <a:lstStyle/>
          <a:p>
            <a:r>
              <a:rPr lang="en-US"/>
              <a:t>Why patient handling is high risk</a:t>
            </a:r>
          </a:p>
        </p:txBody>
      </p:sp>
      <p:sp>
        <p:nvSpPr>
          <p:cNvPr id="3" name="Rectangle: Rounded Corners 2">
            <a:extLst>
              <a:ext uri="{FF2B5EF4-FFF2-40B4-BE49-F238E27FC236}">
                <a16:creationId xmlns:a16="http://schemas.microsoft.com/office/drawing/2014/main" id="{74AFB5C6-F57E-B5D1-033D-ABEE217B46AE}"/>
              </a:ext>
            </a:extLst>
          </p:cNvPr>
          <p:cNvSpPr/>
          <p:nvPr/>
        </p:nvSpPr>
        <p:spPr>
          <a:xfrm>
            <a:off x="609600" y="1320800"/>
            <a:ext cx="5334000" cy="50292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3E7631F1-0BA4-04D2-99A0-97F3DAC09D83}"/>
              </a:ext>
            </a:extLst>
          </p:cNvPr>
          <p:cNvSpPr/>
          <p:nvPr/>
        </p:nvSpPr>
        <p:spPr>
          <a:xfrm>
            <a:off x="914400" y="1574800"/>
            <a:ext cx="558800" cy="558800"/>
          </a:xfrm>
          <a:prstGeom prst="ellipse">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5FB0BD28-3A0A-97F6-7760-0738012943F6}"/>
              </a:ext>
            </a:extLst>
          </p:cNvPr>
          <p:cNvSpPr txBox="1"/>
          <p:nvPr/>
        </p:nvSpPr>
        <p:spPr>
          <a:xfrm>
            <a:off x="1625600" y="1574800"/>
            <a:ext cx="3810000" cy="558800"/>
          </a:xfrm>
          <a:prstGeom prst="rect">
            <a:avLst/>
          </a:prstGeom>
          <a:noFill/>
        </p:spPr>
        <p:txBody>
          <a:bodyPr vert="horz" wrap="square" lIns="0" tIns="0" rIns="0" bIns="0" rtlCol="0" anchor="ctr">
            <a:noAutofit/>
          </a:bodyPr>
          <a:lstStyle/>
          <a:p>
            <a:r>
              <a:rPr lang="en-US" sz="2200" b="1">
                <a:solidFill>
                  <a:srgbClr val="1B365D"/>
                </a:solidFill>
                <a:latin typeface="Calibri" panose="020F0502020204030204" pitchFamily="34" charset="0"/>
              </a:rPr>
              <a:t>Patient factors</a:t>
            </a:r>
          </a:p>
        </p:txBody>
      </p:sp>
      <p:sp>
        <p:nvSpPr>
          <p:cNvPr id="6" name="TextBox 5">
            <a:extLst>
              <a:ext uri="{FF2B5EF4-FFF2-40B4-BE49-F238E27FC236}">
                <a16:creationId xmlns:a16="http://schemas.microsoft.com/office/drawing/2014/main" id="{2E3527AF-2244-D431-E7B3-50F86D29B856}"/>
              </a:ext>
            </a:extLst>
          </p:cNvPr>
          <p:cNvSpPr txBox="1"/>
          <p:nvPr/>
        </p:nvSpPr>
        <p:spPr>
          <a:xfrm>
            <a:off x="914400" y="2387600"/>
            <a:ext cx="4724400" cy="3759200"/>
          </a:xfrm>
          <a:prstGeom prst="rect">
            <a:avLst/>
          </a:prstGeom>
          <a:noFill/>
        </p:spPr>
        <p:txBody>
          <a:bodyPr vert="horz" wrap="square" lIns="0" tIns="0" rIns="0" bIns="0" rtlCol="0" anchor="t">
            <a:noAutofit/>
          </a:bodyPr>
          <a:lstStyle/>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Bulky, with no handles, and can't be held close</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Fragile and easily injured if dropped</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Larger, sicker and more dependent than before</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May be confused or unaware of their mobility limits</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Early mobility is now expected to reduce adverse events and length of stay</a:t>
            </a:r>
          </a:p>
        </p:txBody>
      </p:sp>
      <p:sp>
        <p:nvSpPr>
          <p:cNvPr id="7" name="Rectangle: Rounded Corners 6">
            <a:extLst>
              <a:ext uri="{FF2B5EF4-FFF2-40B4-BE49-F238E27FC236}">
                <a16:creationId xmlns:a16="http://schemas.microsoft.com/office/drawing/2014/main" id="{6E63C03D-4E70-8FAE-3285-7A064A6D6181}"/>
              </a:ext>
            </a:extLst>
          </p:cNvPr>
          <p:cNvSpPr/>
          <p:nvPr/>
        </p:nvSpPr>
        <p:spPr>
          <a:xfrm>
            <a:off x="6248400" y="1320800"/>
            <a:ext cx="5334000" cy="5029200"/>
          </a:xfrm>
          <a:prstGeom prst="roundRect">
            <a:avLst>
              <a:gd name="adj" fmla="val 7000"/>
            </a:avLst>
          </a:prstGeom>
          <a:solidFill>
            <a:srgbClr val="FFFFFF"/>
          </a:solidFill>
          <a:ln w="15875" cap="flat" cmpd="sng" algn="ctr">
            <a:noFill/>
            <a:prstDash val="solid"/>
          </a:ln>
          <a:effectLst>
            <a:outerShdw blurRad="152400" dist="38100" dir="5400000" rotWithShape="0">
              <a:srgbClr val="1B365D">
                <a:alpha val="16000"/>
              </a:srgbClr>
            </a:outerShdw>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5338FB7-81AA-2F72-6559-C33B0251596C}"/>
              </a:ext>
            </a:extLst>
          </p:cNvPr>
          <p:cNvSpPr/>
          <p:nvPr/>
        </p:nvSpPr>
        <p:spPr>
          <a:xfrm>
            <a:off x="6553200" y="1574800"/>
            <a:ext cx="558800" cy="5588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20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0F2B49ED-0BCF-5CF7-F42E-ADFF9B406BCF}"/>
              </a:ext>
            </a:extLst>
          </p:cNvPr>
          <p:cNvSpPr txBox="1"/>
          <p:nvPr/>
        </p:nvSpPr>
        <p:spPr>
          <a:xfrm>
            <a:off x="7264400" y="1574800"/>
            <a:ext cx="3810000" cy="558800"/>
          </a:xfrm>
          <a:prstGeom prst="rect">
            <a:avLst/>
          </a:prstGeom>
          <a:noFill/>
        </p:spPr>
        <p:txBody>
          <a:bodyPr vert="horz" wrap="square" lIns="0" tIns="0" rIns="0" bIns="0" rtlCol="0" anchor="ctr">
            <a:noAutofit/>
          </a:bodyPr>
          <a:lstStyle/>
          <a:p>
            <a:r>
              <a:rPr lang="en-US" sz="2200" b="1">
                <a:solidFill>
                  <a:srgbClr val="1B365D"/>
                </a:solidFill>
                <a:latin typeface="Calibri" panose="020F0502020204030204" pitchFamily="34" charset="0"/>
              </a:rPr>
              <a:t>Worker factors</a:t>
            </a:r>
          </a:p>
        </p:txBody>
      </p:sp>
      <p:sp>
        <p:nvSpPr>
          <p:cNvPr id="10" name="TextBox 9">
            <a:extLst>
              <a:ext uri="{FF2B5EF4-FFF2-40B4-BE49-F238E27FC236}">
                <a16:creationId xmlns:a16="http://schemas.microsoft.com/office/drawing/2014/main" id="{1BCA5A71-9C24-6812-06EA-197DAD2C5E27}"/>
              </a:ext>
            </a:extLst>
          </p:cNvPr>
          <p:cNvSpPr txBox="1"/>
          <p:nvPr/>
        </p:nvSpPr>
        <p:spPr>
          <a:xfrm>
            <a:off x="6553200" y="2387600"/>
            <a:ext cx="4724400" cy="3759200"/>
          </a:xfrm>
          <a:prstGeom prst="rect">
            <a:avLst/>
          </a:prstGeom>
          <a:noFill/>
        </p:spPr>
        <p:txBody>
          <a:bodyPr vert="horz" wrap="square" lIns="0" tIns="0" rIns="0" bIns="0" rtlCol="0" anchor="t">
            <a:noAutofit/>
          </a:bodyPr>
          <a:lstStyle/>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Awkward, bent or twisted postures for long periods</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Help from co-workers isn't always available</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Many lifts per shift cause fatigue and exceed safe limits</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An aging workforce</a:t>
            </a:r>
          </a:p>
          <a:p>
            <a:pPr marL="203200" indent="-203200">
              <a:spcAft>
                <a:spcPts val="1000"/>
              </a:spcAft>
              <a:buClr>
                <a:srgbClr val="2F6DB5"/>
              </a:buClr>
              <a:buFont typeface="+mj-lt"/>
              <a:buChar char="•"/>
            </a:pPr>
            <a:r>
              <a:rPr lang="en-US" sz="1600">
                <a:solidFill>
                  <a:srgbClr val="26313D"/>
                </a:solidFill>
                <a:latin typeface="Calibri" panose="020F0502020204030204" pitchFamily="34" charset="0"/>
              </a:rPr>
              <a:t>Incomplete hand-off communication about mobility</a:t>
            </a:r>
          </a:p>
        </p:txBody>
      </p:sp>
    </p:spTree>
    <p:extLst>
      <p:ext uri="{BB962C8B-B14F-4D97-AF65-F5344CB8AC3E}">
        <p14:creationId xmlns:p14="http://schemas.microsoft.com/office/powerpoint/2010/main" val="273763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7B7D1-0639-D9F4-B4AB-9B42C7DDBF5D}"/>
              </a:ext>
            </a:extLst>
          </p:cNvPr>
          <p:cNvSpPr>
            <a:spLocks noGrp="1"/>
          </p:cNvSpPr>
          <p:nvPr>
            <p:ph type="title" idx="10"/>
          </p:nvPr>
        </p:nvSpPr>
        <p:spPr/>
        <p:txBody>
          <a:bodyPr/>
          <a:lstStyle/>
          <a:p>
            <a:r>
              <a:rPr lang="en-US"/>
              <a:t>When a Veteran refuses SPHM equipment</a:t>
            </a:r>
          </a:p>
        </p:txBody>
      </p:sp>
      <p:pic>
        <p:nvPicPr>
          <p:cNvPr id="14" name="Picture Placeholder 13">
            <a:extLst>
              <a:ext uri="{FF2B5EF4-FFF2-40B4-BE49-F238E27FC236}">
                <a16:creationId xmlns:a16="http://schemas.microsoft.com/office/drawing/2014/main" id="{655920AD-FF52-A87D-0D8D-3E2D49C50817}"/>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337" r="337"/>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AB84877A-1C46-3FE1-B91B-4918D7775137}"/>
              </a:ext>
            </a:extLst>
          </p:cNvPr>
          <p:cNvSpPr txBox="1"/>
          <p:nvPr/>
        </p:nvSpPr>
        <p:spPr>
          <a:xfrm>
            <a:off x="609600" y="1625600"/>
            <a:ext cx="5461000" cy="635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A patient can refuse care, but can't require staff to provide care in an unsafe way.</a:t>
            </a:r>
          </a:p>
        </p:txBody>
      </p:sp>
      <p:sp>
        <p:nvSpPr>
          <p:cNvPr id="5" name="Oval 4">
            <a:extLst>
              <a:ext uri="{FF2B5EF4-FFF2-40B4-BE49-F238E27FC236}">
                <a16:creationId xmlns:a16="http://schemas.microsoft.com/office/drawing/2014/main" id="{8034D7ED-5A83-2144-3FA7-CD2E70CF338A}"/>
              </a:ext>
            </a:extLst>
          </p:cNvPr>
          <p:cNvSpPr/>
          <p:nvPr/>
        </p:nvSpPr>
        <p:spPr>
          <a:xfrm>
            <a:off x="609600" y="2489200"/>
            <a:ext cx="457200" cy="4572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5DAD64EF-9BCA-2045-520C-BC19736C46AC}"/>
              </a:ext>
            </a:extLst>
          </p:cNvPr>
          <p:cNvSpPr txBox="1"/>
          <p:nvPr/>
        </p:nvSpPr>
        <p:spPr>
          <a:xfrm>
            <a:off x="1270000" y="2438400"/>
            <a:ext cx="4800600" cy="889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Discuss</a:t>
            </a:r>
          </a:p>
          <a:p>
            <a:r>
              <a:rPr lang="en-US" sz="1400">
                <a:solidFill>
                  <a:srgbClr val="26313D"/>
                </a:solidFill>
                <a:latin typeface="Calibri" panose="020F0502020204030204" pitchFamily="34" charset="0"/>
              </a:rPr>
              <a:t>Find out why the Veteran doesn't want to use the equipment.</a:t>
            </a:r>
          </a:p>
        </p:txBody>
      </p:sp>
      <p:sp>
        <p:nvSpPr>
          <p:cNvPr id="7" name="Oval 6">
            <a:extLst>
              <a:ext uri="{FF2B5EF4-FFF2-40B4-BE49-F238E27FC236}">
                <a16:creationId xmlns:a16="http://schemas.microsoft.com/office/drawing/2014/main" id="{69E19735-B5ED-72BF-23BC-165DC4847B82}"/>
              </a:ext>
            </a:extLst>
          </p:cNvPr>
          <p:cNvSpPr/>
          <p:nvPr/>
        </p:nvSpPr>
        <p:spPr>
          <a:xfrm>
            <a:off x="609600" y="3454400"/>
            <a:ext cx="457200" cy="4572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2</a:t>
            </a:r>
          </a:p>
        </p:txBody>
      </p:sp>
      <p:sp>
        <p:nvSpPr>
          <p:cNvPr id="8" name="TextBox 7">
            <a:extLst>
              <a:ext uri="{FF2B5EF4-FFF2-40B4-BE49-F238E27FC236}">
                <a16:creationId xmlns:a16="http://schemas.microsoft.com/office/drawing/2014/main" id="{34D95AC5-49C1-BA4A-93B2-36F5B6E6BA28}"/>
              </a:ext>
            </a:extLst>
          </p:cNvPr>
          <p:cNvSpPr txBox="1"/>
          <p:nvPr/>
        </p:nvSpPr>
        <p:spPr>
          <a:xfrm>
            <a:off x="1270000" y="3403600"/>
            <a:ext cx="4800600" cy="889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Document</a:t>
            </a:r>
          </a:p>
          <a:p>
            <a:r>
              <a:rPr lang="en-US" sz="1400">
                <a:solidFill>
                  <a:srgbClr val="26313D"/>
                </a:solidFill>
                <a:latin typeface="Calibri" panose="020F0502020204030204" pitchFamily="34" charset="0"/>
              </a:rPr>
              <a:t>Record the refusal and every option offered in a nursing note. Pass any solution on to the next shift.</a:t>
            </a:r>
          </a:p>
        </p:txBody>
      </p:sp>
      <p:sp>
        <p:nvSpPr>
          <p:cNvPr id="9" name="Oval 8">
            <a:extLst>
              <a:ext uri="{FF2B5EF4-FFF2-40B4-BE49-F238E27FC236}">
                <a16:creationId xmlns:a16="http://schemas.microsoft.com/office/drawing/2014/main" id="{74C08894-764F-296E-1896-0A5AD9630A53}"/>
              </a:ext>
            </a:extLst>
          </p:cNvPr>
          <p:cNvSpPr/>
          <p:nvPr/>
        </p:nvSpPr>
        <p:spPr>
          <a:xfrm>
            <a:off x="609600" y="4419600"/>
            <a:ext cx="457200" cy="4572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3</a:t>
            </a:r>
          </a:p>
        </p:txBody>
      </p:sp>
      <p:sp>
        <p:nvSpPr>
          <p:cNvPr id="10" name="TextBox 9">
            <a:extLst>
              <a:ext uri="{FF2B5EF4-FFF2-40B4-BE49-F238E27FC236}">
                <a16:creationId xmlns:a16="http://schemas.microsoft.com/office/drawing/2014/main" id="{E01A15B8-2358-367C-7CB1-C534971BE54C}"/>
              </a:ext>
            </a:extLst>
          </p:cNvPr>
          <p:cNvSpPr txBox="1"/>
          <p:nvPr/>
        </p:nvSpPr>
        <p:spPr>
          <a:xfrm>
            <a:off x="1270000" y="4368800"/>
            <a:ext cx="4800600" cy="889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Escalate</a:t>
            </a:r>
          </a:p>
          <a:p>
            <a:r>
              <a:rPr lang="en-US" sz="1400">
                <a:solidFill>
                  <a:srgbClr val="26313D"/>
                </a:solidFill>
                <a:latin typeface="Calibri" panose="020F0502020204030204" pitchFamily="34" charset="0"/>
              </a:rPr>
              <a:t>Involve your Unit Peer Leader or unit management, then the SPHM Program Manager.</a:t>
            </a:r>
          </a:p>
        </p:txBody>
      </p:sp>
      <p:sp>
        <p:nvSpPr>
          <p:cNvPr id="11" name="Oval 10">
            <a:extLst>
              <a:ext uri="{FF2B5EF4-FFF2-40B4-BE49-F238E27FC236}">
                <a16:creationId xmlns:a16="http://schemas.microsoft.com/office/drawing/2014/main" id="{71FDE951-9A34-81B0-2F4B-B8A7110C492B}"/>
              </a:ext>
            </a:extLst>
          </p:cNvPr>
          <p:cNvSpPr/>
          <p:nvPr/>
        </p:nvSpPr>
        <p:spPr>
          <a:xfrm>
            <a:off x="609600" y="5384800"/>
            <a:ext cx="457200" cy="457200"/>
          </a:xfrm>
          <a:prstGeom prst="ellipse">
            <a:avLst/>
          </a:prstGeom>
          <a:solidFill>
            <a:srgbClr val="1B365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a:solidFill>
                  <a:srgbClr val="FFFFFF"/>
                </a:solidFill>
                <a:latin typeface="Calibri" panose="020F0502020204030204" pitchFamily="34" charset="0"/>
              </a:rPr>
              <a:t>4</a:t>
            </a:r>
          </a:p>
        </p:txBody>
      </p:sp>
      <p:sp>
        <p:nvSpPr>
          <p:cNvPr id="12" name="TextBox 11">
            <a:extLst>
              <a:ext uri="{FF2B5EF4-FFF2-40B4-BE49-F238E27FC236}">
                <a16:creationId xmlns:a16="http://schemas.microsoft.com/office/drawing/2014/main" id="{C5AC6572-CB4A-E4F4-BD32-DCBC3525CC6F}"/>
              </a:ext>
            </a:extLst>
          </p:cNvPr>
          <p:cNvSpPr txBox="1"/>
          <p:nvPr/>
        </p:nvSpPr>
        <p:spPr>
          <a:xfrm>
            <a:off x="1270000" y="5334000"/>
            <a:ext cx="4800600" cy="889000"/>
          </a:xfrm>
          <a:prstGeom prst="rect">
            <a:avLst/>
          </a:prstGeom>
          <a:noFill/>
        </p:spPr>
        <p:txBody>
          <a:bodyPr vert="horz" wrap="square" lIns="0" tIns="0" rIns="0" bIns="0" rtlCol="0" anchor="t">
            <a:noAutofit/>
          </a:bodyPr>
          <a:lstStyle/>
          <a:p>
            <a:r>
              <a:rPr lang="en-US" sz="1700" b="1">
                <a:solidFill>
                  <a:srgbClr val="1B365D"/>
                </a:solidFill>
                <a:latin typeface="Calibri" panose="020F0502020204030204" pitchFamily="34" charset="0"/>
              </a:rPr>
              <a:t>Management explains</a:t>
            </a:r>
          </a:p>
          <a:p>
            <a:r>
              <a:rPr lang="en-US" sz="1400">
                <a:solidFill>
                  <a:srgbClr val="26313D"/>
                </a:solidFill>
                <a:latin typeface="Calibri" panose="020F0502020204030204" pitchFamily="34" charset="0"/>
              </a:rPr>
              <a:t>If all safe methods are refused, a safe method must be used per policy, or the care can't be provided.</a:t>
            </a:r>
          </a:p>
        </p:txBody>
      </p:sp>
    </p:spTree>
    <p:extLst>
      <p:ext uri="{BB962C8B-B14F-4D97-AF65-F5344CB8AC3E}">
        <p14:creationId xmlns:p14="http://schemas.microsoft.com/office/powerpoint/2010/main" val="2093176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251F-298A-0333-E08E-D317D6E498A1}"/>
              </a:ext>
            </a:extLst>
          </p:cNvPr>
          <p:cNvSpPr>
            <a:spLocks noGrp="1"/>
          </p:cNvSpPr>
          <p:nvPr>
            <p:ph type="title" idx="10"/>
          </p:nvPr>
        </p:nvSpPr>
        <p:spPr/>
        <p:txBody>
          <a:bodyPr/>
          <a:lstStyle/>
          <a:p>
            <a:r>
              <a:rPr lang="en-US"/>
              <a:t>Your Unit Peer Leaders</a:t>
            </a:r>
          </a:p>
        </p:txBody>
      </p:sp>
      <p:pic>
        <p:nvPicPr>
          <p:cNvPr id="20" name="Picture Placeholder 19">
            <a:extLst>
              <a:ext uri="{FF2B5EF4-FFF2-40B4-BE49-F238E27FC236}">
                <a16:creationId xmlns:a16="http://schemas.microsoft.com/office/drawing/2014/main" id="{8480A882-7EB0-C418-3D00-F3F124445A18}"/>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83" r="283"/>
          <a:stretch>
            <a:fillRect/>
          </a:stretch>
        </p:blipFill>
        <p:spPr>
          <a:prstGeom prst="roundRect">
            <a:avLst>
              <a:gd name="adj" fmla="val 5000"/>
            </a:avLst>
          </a:prstGeom>
        </p:spPr>
      </p:pic>
      <p:sp>
        <p:nvSpPr>
          <p:cNvPr id="4" name="TextBox 3">
            <a:extLst>
              <a:ext uri="{FF2B5EF4-FFF2-40B4-BE49-F238E27FC236}">
                <a16:creationId xmlns:a16="http://schemas.microsoft.com/office/drawing/2014/main" id="{C88EAD22-828A-ADC2-985D-150B51446067}"/>
              </a:ext>
            </a:extLst>
          </p:cNvPr>
          <p:cNvSpPr txBox="1"/>
          <p:nvPr/>
        </p:nvSpPr>
        <p:spPr>
          <a:xfrm>
            <a:off x="609600" y="1625600"/>
            <a:ext cx="5461000" cy="685800"/>
          </a:xfrm>
          <a:prstGeom prst="rect">
            <a:avLst/>
          </a:prstGeom>
          <a:noFill/>
        </p:spPr>
        <p:txBody>
          <a:bodyPr vert="horz" wrap="square" lIns="0" tIns="0" rIns="0" bIns="0" rtlCol="0" anchor="t">
            <a:noAutofit/>
          </a:bodyPr>
          <a:lstStyle/>
          <a:p>
            <a:r>
              <a:rPr lang="en-US" sz="1600">
                <a:solidFill>
                  <a:srgbClr val="26313D"/>
                </a:solidFill>
                <a:latin typeface="Calibri" panose="020F0502020204030204" pitchFamily="34" charset="0"/>
              </a:rPr>
              <a:t>Every unit has Unit Peer Leaders (UPLs) with extra training in SPHM equipment and technology. They:</a:t>
            </a:r>
          </a:p>
        </p:txBody>
      </p:sp>
      <p:sp>
        <p:nvSpPr>
          <p:cNvPr id="5" name="Oval 4">
            <a:extLst>
              <a:ext uri="{FF2B5EF4-FFF2-40B4-BE49-F238E27FC236}">
                <a16:creationId xmlns:a16="http://schemas.microsoft.com/office/drawing/2014/main" id="{1754FC0B-A760-340D-6634-5A2C4290B4C1}"/>
              </a:ext>
            </a:extLst>
          </p:cNvPr>
          <p:cNvSpPr/>
          <p:nvPr/>
        </p:nvSpPr>
        <p:spPr>
          <a:xfrm>
            <a:off x="609600" y="2501900"/>
            <a:ext cx="355600" cy="3556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FFFFFF"/>
                </a:solidFill>
                <a:latin typeface="Calibri" panose="020F0502020204030204" pitchFamily="34" charset="0"/>
              </a:rPr>
              <a:t>✓</a:t>
            </a:r>
          </a:p>
        </p:txBody>
      </p:sp>
      <p:sp>
        <p:nvSpPr>
          <p:cNvPr id="6" name="TextBox 5">
            <a:extLst>
              <a:ext uri="{FF2B5EF4-FFF2-40B4-BE49-F238E27FC236}">
                <a16:creationId xmlns:a16="http://schemas.microsoft.com/office/drawing/2014/main" id="{FF201BED-E050-71DC-774A-4BBE28332028}"/>
              </a:ext>
            </a:extLst>
          </p:cNvPr>
          <p:cNvSpPr txBox="1"/>
          <p:nvPr/>
        </p:nvSpPr>
        <p:spPr>
          <a:xfrm>
            <a:off x="1143000" y="2463800"/>
            <a:ext cx="4927600" cy="431800"/>
          </a:xfrm>
          <a:prstGeom prst="rect">
            <a:avLst/>
          </a:prstGeom>
          <a:noFill/>
        </p:spPr>
        <p:txBody>
          <a:bodyPr vert="horz" wrap="square" lIns="0" tIns="0" rIns="0" bIns="0" rtlCol="0" anchor="ctr">
            <a:noAutofit/>
          </a:bodyPr>
          <a:lstStyle/>
          <a:p>
            <a:r>
              <a:rPr lang="en-US" sz="1600" b="1">
                <a:solidFill>
                  <a:srgbClr val="1B365D"/>
                </a:solidFill>
                <a:latin typeface="Calibri" panose="020F0502020204030204" pitchFamily="34" charset="0"/>
              </a:rPr>
              <a:t>Help with ergonomic assessments</a:t>
            </a:r>
          </a:p>
        </p:txBody>
      </p:sp>
      <p:sp>
        <p:nvSpPr>
          <p:cNvPr id="7" name="Oval 6">
            <a:extLst>
              <a:ext uri="{FF2B5EF4-FFF2-40B4-BE49-F238E27FC236}">
                <a16:creationId xmlns:a16="http://schemas.microsoft.com/office/drawing/2014/main" id="{03D5698D-6A56-AE84-7FA9-7443AE4E8A70}"/>
              </a:ext>
            </a:extLst>
          </p:cNvPr>
          <p:cNvSpPr/>
          <p:nvPr/>
        </p:nvSpPr>
        <p:spPr>
          <a:xfrm>
            <a:off x="609600" y="3086100"/>
            <a:ext cx="355600" cy="3556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FFFFFF"/>
                </a:solidFill>
                <a:latin typeface="Calibri" panose="020F0502020204030204" pitchFamily="34" charset="0"/>
              </a:rPr>
              <a:t>✓</a:t>
            </a:r>
          </a:p>
        </p:txBody>
      </p:sp>
      <p:sp>
        <p:nvSpPr>
          <p:cNvPr id="8" name="TextBox 7">
            <a:extLst>
              <a:ext uri="{FF2B5EF4-FFF2-40B4-BE49-F238E27FC236}">
                <a16:creationId xmlns:a16="http://schemas.microsoft.com/office/drawing/2014/main" id="{EF8C38AA-63FE-968A-57F2-59E3220A52C7}"/>
              </a:ext>
            </a:extLst>
          </p:cNvPr>
          <p:cNvSpPr txBox="1"/>
          <p:nvPr/>
        </p:nvSpPr>
        <p:spPr>
          <a:xfrm>
            <a:off x="1143000" y="3048000"/>
            <a:ext cx="4927600" cy="431800"/>
          </a:xfrm>
          <a:prstGeom prst="rect">
            <a:avLst/>
          </a:prstGeom>
          <a:noFill/>
        </p:spPr>
        <p:txBody>
          <a:bodyPr vert="horz" wrap="square" lIns="0" tIns="0" rIns="0" bIns="0" rtlCol="0" anchor="ctr">
            <a:noAutofit/>
          </a:bodyPr>
          <a:lstStyle/>
          <a:p>
            <a:r>
              <a:rPr lang="en-US" sz="1600" b="1">
                <a:solidFill>
                  <a:srgbClr val="1B365D"/>
                </a:solidFill>
                <a:latin typeface="Calibri" panose="020F0502020204030204" pitchFamily="34" charset="0"/>
              </a:rPr>
              <a:t>Sign off clinical skills competencies</a:t>
            </a:r>
          </a:p>
        </p:txBody>
      </p:sp>
      <p:sp>
        <p:nvSpPr>
          <p:cNvPr id="9" name="Oval 8">
            <a:extLst>
              <a:ext uri="{FF2B5EF4-FFF2-40B4-BE49-F238E27FC236}">
                <a16:creationId xmlns:a16="http://schemas.microsoft.com/office/drawing/2014/main" id="{81B1819B-AB61-01BF-C961-A0BE27FC12D5}"/>
              </a:ext>
            </a:extLst>
          </p:cNvPr>
          <p:cNvSpPr/>
          <p:nvPr/>
        </p:nvSpPr>
        <p:spPr>
          <a:xfrm>
            <a:off x="609600" y="3670300"/>
            <a:ext cx="355600" cy="3556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FFFFFF"/>
                </a:solidFill>
                <a:latin typeface="Calibri" panose="020F0502020204030204" pitchFamily="34" charset="0"/>
              </a:rPr>
              <a:t>✓</a:t>
            </a:r>
          </a:p>
        </p:txBody>
      </p:sp>
      <p:sp>
        <p:nvSpPr>
          <p:cNvPr id="10" name="TextBox 9">
            <a:extLst>
              <a:ext uri="{FF2B5EF4-FFF2-40B4-BE49-F238E27FC236}">
                <a16:creationId xmlns:a16="http://schemas.microsoft.com/office/drawing/2014/main" id="{C2FD6C17-5459-8759-5626-12DA5C227062}"/>
              </a:ext>
            </a:extLst>
          </p:cNvPr>
          <p:cNvSpPr txBox="1"/>
          <p:nvPr/>
        </p:nvSpPr>
        <p:spPr>
          <a:xfrm>
            <a:off x="1143000" y="3632200"/>
            <a:ext cx="4927600" cy="431800"/>
          </a:xfrm>
          <a:prstGeom prst="rect">
            <a:avLst/>
          </a:prstGeom>
          <a:noFill/>
        </p:spPr>
        <p:txBody>
          <a:bodyPr vert="horz" wrap="square" lIns="0" tIns="0" rIns="0" bIns="0" rtlCol="0" anchor="ctr">
            <a:noAutofit/>
          </a:bodyPr>
          <a:lstStyle/>
          <a:p>
            <a:r>
              <a:rPr lang="en-US" sz="1600" b="1">
                <a:solidFill>
                  <a:srgbClr val="1B365D"/>
                </a:solidFill>
                <a:latin typeface="Calibri" panose="020F0502020204030204" pitchFamily="34" charset="0"/>
              </a:rPr>
              <a:t>Teach SPHM when it's needed</a:t>
            </a:r>
          </a:p>
        </p:txBody>
      </p:sp>
      <p:sp>
        <p:nvSpPr>
          <p:cNvPr id="11" name="Oval 10">
            <a:extLst>
              <a:ext uri="{FF2B5EF4-FFF2-40B4-BE49-F238E27FC236}">
                <a16:creationId xmlns:a16="http://schemas.microsoft.com/office/drawing/2014/main" id="{2FA509B5-F256-E8BF-598F-166CFA8ED5B3}"/>
              </a:ext>
            </a:extLst>
          </p:cNvPr>
          <p:cNvSpPr/>
          <p:nvPr/>
        </p:nvSpPr>
        <p:spPr>
          <a:xfrm>
            <a:off x="609600" y="4254500"/>
            <a:ext cx="355600" cy="355600"/>
          </a:xfrm>
          <a:prstGeom prst="ellipse">
            <a:avLst/>
          </a:prstGeom>
          <a:solidFill>
            <a:srgbClr val="23898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FFFFFF"/>
                </a:solidFill>
                <a:latin typeface="Calibri" panose="020F0502020204030204" pitchFamily="34" charset="0"/>
              </a:rPr>
              <a:t>✓</a:t>
            </a:r>
          </a:p>
        </p:txBody>
      </p:sp>
      <p:sp>
        <p:nvSpPr>
          <p:cNvPr id="12" name="TextBox 11">
            <a:extLst>
              <a:ext uri="{FF2B5EF4-FFF2-40B4-BE49-F238E27FC236}">
                <a16:creationId xmlns:a16="http://schemas.microsoft.com/office/drawing/2014/main" id="{D3378133-33C0-2EAC-9BCC-F75DA1D7E3D0}"/>
              </a:ext>
            </a:extLst>
          </p:cNvPr>
          <p:cNvSpPr txBox="1"/>
          <p:nvPr/>
        </p:nvSpPr>
        <p:spPr>
          <a:xfrm>
            <a:off x="1143000" y="4216400"/>
            <a:ext cx="4927600" cy="431800"/>
          </a:xfrm>
          <a:prstGeom prst="rect">
            <a:avLst/>
          </a:prstGeom>
          <a:noFill/>
        </p:spPr>
        <p:txBody>
          <a:bodyPr vert="horz" wrap="square" lIns="0" tIns="0" rIns="0" bIns="0" rtlCol="0" anchor="ctr">
            <a:noAutofit/>
          </a:bodyPr>
          <a:lstStyle/>
          <a:p>
            <a:r>
              <a:rPr lang="en-US" sz="1600" b="1">
                <a:solidFill>
                  <a:srgbClr val="1B365D"/>
                </a:solidFill>
                <a:latin typeface="Calibri" panose="020F0502020204030204" pitchFamily="34" charset="0"/>
              </a:rPr>
              <a:t>Pass needs to unit management and the Program Manager</a:t>
            </a:r>
          </a:p>
        </p:txBody>
      </p:sp>
      <p:sp>
        <p:nvSpPr>
          <p:cNvPr id="13" name="TextBox 12">
            <a:extLst>
              <a:ext uri="{FF2B5EF4-FFF2-40B4-BE49-F238E27FC236}">
                <a16:creationId xmlns:a16="http://schemas.microsoft.com/office/drawing/2014/main" id="{3E20B807-9EBF-1220-A48E-175AF17A72CE}"/>
              </a:ext>
            </a:extLst>
          </p:cNvPr>
          <p:cNvSpPr txBox="1"/>
          <p:nvPr/>
        </p:nvSpPr>
        <p:spPr>
          <a:xfrm>
            <a:off x="609600" y="4927600"/>
            <a:ext cx="5461000" cy="254000"/>
          </a:xfrm>
          <a:prstGeom prst="rect">
            <a:avLst/>
          </a:prstGeom>
          <a:noFill/>
        </p:spPr>
        <p:txBody>
          <a:bodyPr vert="horz" wrap="square" lIns="0" tIns="0" rIns="0" bIns="0" rtlCol="0" anchor="t">
            <a:noAutofit/>
          </a:bodyPr>
          <a:lstStyle/>
          <a:p>
            <a:r>
              <a:rPr lang="en-US" sz="1300" b="1">
                <a:solidFill>
                  <a:srgbClr val="5A6B7D"/>
                </a:solidFill>
                <a:latin typeface="Calibri" panose="020F0502020204030204" pitchFamily="34" charset="0"/>
              </a:rPr>
              <a:t>WHO TO ASK</a:t>
            </a:r>
          </a:p>
        </p:txBody>
      </p:sp>
      <p:sp>
        <p:nvSpPr>
          <p:cNvPr id="14" name="Rectangle: Rounded Corners 13">
            <a:extLst>
              <a:ext uri="{FF2B5EF4-FFF2-40B4-BE49-F238E27FC236}">
                <a16:creationId xmlns:a16="http://schemas.microsoft.com/office/drawing/2014/main" id="{4869D96B-D702-6CD2-A416-30BDCF37835F}"/>
              </a:ext>
            </a:extLst>
          </p:cNvPr>
          <p:cNvSpPr/>
          <p:nvPr/>
        </p:nvSpPr>
        <p:spPr>
          <a:xfrm>
            <a:off x="609600" y="5257800"/>
            <a:ext cx="1625600" cy="660400"/>
          </a:xfrm>
          <a:prstGeom prst="roundRect">
            <a:avLst>
              <a:gd name="adj" fmla="val 20000"/>
            </a:avLst>
          </a:prstGeom>
          <a:solidFill>
            <a:srgbClr val="1B365D"/>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400" b="1">
                <a:solidFill>
                  <a:srgbClr val="FFFFFF"/>
                </a:solidFill>
                <a:latin typeface="Calibri" panose="020F0502020204030204" pitchFamily="34" charset="0"/>
              </a:rPr>
              <a:t>Unit Peer Leader</a:t>
            </a:r>
          </a:p>
        </p:txBody>
      </p:sp>
      <p:sp>
        <p:nvSpPr>
          <p:cNvPr id="15" name="Arrow: Right 14">
            <a:extLst>
              <a:ext uri="{FF2B5EF4-FFF2-40B4-BE49-F238E27FC236}">
                <a16:creationId xmlns:a16="http://schemas.microsoft.com/office/drawing/2014/main" id="{2FC5EE66-250E-3B4F-00CD-4C64FDCEB032}"/>
              </a:ext>
            </a:extLst>
          </p:cNvPr>
          <p:cNvSpPr/>
          <p:nvPr/>
        </p:nvSpPr>
        <p:spPr>
          <a:xfrm>
            <a:off x="2260600" y="5486400"/>
            <a:ext cx="203200" cy="203200"/>
          </a:xfrm>
          <a:prstGeom prst="rightArrow">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A1497296-0A71-A848-2567-CF114A035721}"/>
              </a:ext>
            </a:extLst>
          </p:cNvPr>
          <p:cNvSpPr/>
          <p:nvPr/>
        </p:nvSpPr>
        <p:spPr>
          <a:xfrm>
            <a:off x="2489200" y="5257800"/>
            <a:ext cx="1625600" cy="660400"/>
          </a:xfrm>
          <a:prstGeom prst="roundRect">
            <a:avLst>
              <a:gd name="adj" fmla="val 20000"/>
            </a:avLst>
          </a:prstGeom>
          <a:solidFill>
            <a:srgbClr val="E3ED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400" b="1">
                <a:solidFill>
                  <a:srgbClr val="1B365D"/>
                </a:solidFill>
                <a:latin typeface="Calibri" panose="020F0502020204030204" pitchFamily="34" charset="0"/>
              </a:rPr>
              <a:t>Unit management</a:t>
            </a:r>
          </a:p>
        </p:txBody>
      </p:sp>
      <p:sp>
        <p:nvSpPr>
          <p:cNvPr id="17" name="Arrow: Right 16">
            <a:extLst>
              <a:ext uri="{FF2B5EF4-FFF2-40B4-BE49-F238E27FC236}">
                <a16:creationId xmlns:a16="http://schemas.microsoft.com/office/drawing/2014/main" id="{94AF86A9-6FEE-418D-AB6B-4C1E3B94FA87}"/>
              </a:ext>
            </a:extLst>
          </p:cNvPr>
          <p:cNvSpPr/>
          <p:nvPr/>
        </p:nvSpPr>
        <p:spPr>
          <a:xfrm>
            <a:off x="4140200" y="5486400"/>
            <a:ext cx="203200" cy="203200"/>
          </a:xfrm>
          <a:prstGeom prst="rightArrow">
            <a:avLst/>
          </a:prstGeom>
          <a:solidFill>
            <a:srgbClr val="2F6DB5"/>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938FE5E6-6763-A0E6-FD8D-486A3E5663AC}"/>
              </a:ext>
            </a:extLst>
          </p:cNvPr>
          <p:cNvSpPr/>
          <p:nvPr/>
        </p:nvSpPr>
        <p:spPr>
          <a:xfrm>
            <a:off x="4368800" y="5257800"/>
            <a:ext cx="1625600" cy="660400"/>
          </a:xfrm>
          <a:prstGeom prst="roundRect">
            <a:avLst>
              <a:gd name="adj" fmla="val 20000"/>
            </a:avLst>
          </a:prstGeom>
          <a:solidFill>
            <a:srgbClr val="E3ED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1400" b="1">
                <a:solidFill>
                  <a:srgbClr val="1B365D"/>
                </a:solidFill>
                <a:latin typeface="Calibri" panose="020F0502020204030204" pitchFamily="34" charset="0"/>
              </a:rPr>
              <a:t>SPHM Program Manager</a:t>
            </a:r>
          </a:p>
        </p:txBody>
      </p:sp>
    </p:spTree>
    <p:extLst>
      <p:ext uri="{BB962C8B-B14F-4D97-AF65-F5344CB8AC3E}">
        <p14:creationId xmlns:p14="http://schemas.microsoft.com/office/powerpoint/2010/main" val="422980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9FCB9-F72E-5726-A722-461A4C01156C}"/>
              </a:ext>
            </a:extLst>
          </p:cNvPr>
          <p:cNvSpPr>
            <a:spLocks noGrp="1"/>
          </p:cNvSpPr>
          <p:nvPr>
            <p:ph type="title" idx="10"/>
          </p:nvPr>
        </p:nvSpPr>
        <p:spPr/>
        <p:txBody>
          <a:bodyPr/>
          <a:lstStyle/>
          <a:p>
            <a:r>
              <a:rPr lang="en-US"/>
              <a:t>Take the time. Save your spine.</a:t>
            </a:r>
          </a:p>
        </p:txBody>
      </p:sp>
      <p:sp>
        <p:nvSpPr>
          <p:cNvPr id="3" name="TextBox 2">
            <a:extLst>
              <a:ext uri="{FF2B5EF4-FFF2-40B4-BE49-F238E27FC236}">
                <a16:creationId xmlns:a16="http://schemas.microsoft.com/office/drawing/2014/main" id="{74601561-1567-1F0C-8B1B-293D2A345676}"/>
              </a:ext>
            </a:extLst>
          </p:cNvPr>
          <p:cNvSpPr txBox="1"/>
          <p:nvPr/>
        </p:nvSpPr>
        <p:spPr>
          <a:xfrm>
            <a:off x="609600" y="4191000"/>
            <a:ext cx="5334000" cy="1905000"/>
          </a:xfrm>
          <a:prstGeom prst="rect">
            <a:avLst/>
          </a:prstGeom>
          <a:noFill/>
        </p:spPr>
        <p:txBody>
          <a:bodyPr vert="horz" wrap="square" lIns="0" tIns="0" rIns="0" bIns="0" rtlCol="0" anchor="t">
            <a:noAutofit/>
          </a:bodyPr>
          <a:lstStyle/>
          <a:p>
            <a:pPr>
              <a:spcAft>
                <a:spcPts val="600"/>
              </a:spcAft>
            </a:pPr>
            <a:r>
              <a:rPr lang="en-US" sz="2000" b="1">
                <a:solidFill>
                  <a:srgbClr val="FFFFFF"/>
                </a:solidFill>
                <a:latin typeface="Calibri" panose="020F0502020204030204" pitchFamily="34" charset="0"/>
              </a:rPr>
              <a:t>Use the SPHM equipment, every time.</a:t>
            </a:r>
          </a:p>
          <a:p>
            <a:pPr>
              <a:spcAft>
                <a:spcPts val="600"/>
              </a:spcAft>
            </a:pPr>
            <a:r>
              <a:rPr lang="en-US" sz="2000" b="1">
                <a:solidFill>
                  <a:srgbClr val="F2B33D"/>
                </a:solidFill>
                <a:latin typeface="Calibri" panose="020F0502020204030204" pitchFamily="34" charset="0"/>
              </a:rPr>
              <a:t>Do not lift more than 35 lb of patient weight.</a:t>
            </a:r>
          </a:p>
          <a:p>
            <a:pPr>
              <a:spcAft>
                <a:spcPts val="600"/>
              </a:spcAft>
            </a:pPr>
            <a:endParaRPr lang="en-US">
              <a:solidFill>
                <a:srgbClr val="C9DBEF"/>
              </a:solidFill>
              <a:latin typeface="Calibri" panose="020F0502020204030204" pitchFamily="34" charset="0"/>
            </a:endParaRPr>
          </a:p>
          <a:p>
            <a:pPr>
              <a:spcAft>
                <a:spcPts val="600"/>
              </a:spcAft>
            </a:pPr>
            <a:r>
              <a:rPr lang="en-US" sz="1500">
                <a:solidFill>
                  <a:srgbClr val="C9DBEF"/>
                </a:solidFill>
                <a:latin typeface="Calibri" panose="020F0502020204030204" pitchFamily="34" charset="0"/>
              </a:rPr>
              <a:t>Thank you!  ·  Daniel Agbogidi, BSN, RN, SPHM Program Manager</a:t>
            </a:r>
          </a:p>
        </p:txBody>
      </p:sp>
      <p:sp>
        <p:nvSpPr>
          <p:cNvPr id="4" name="Rectangle: Rounded Corners 3">
            <a:extLst>
              <a:ext uri="{FF2B5EF4-FFF2-40B4-BE49-F238E27FC236}">
                <a16:creationId xmlns:a16="http://schemas.microsoft.com/office/drawing/2014/main" id="{805AB482-CE85-CECF-E9B0-7D8908FE74D3}"/>
              </a:ext>
            </a:extLst>
          </p:cNvPr>
          <p:cNvSpPr/>
          <p:nvPr/>
        </p:nvSpPr>
        <p:spPr>
          <a:xfrm>
            <a:off x="7010400" y="965200"/>
            <a:ext cx="4064000" cy="4927600"/>
          </a:xfrm>
          <a:prstGeom prst="roundRect">
            <a:avLst>
              <a:gd name="adj" fmla="val 7000"/>
            </a:avLst>
          </a:prstGeom>
          <a:solidFill>
            <a:srgbClr val="FFFFFF"/>
          </a:solidFill>
          <a:ln w="15875" cap="flat" cmpd="sng" algn="ctr">
            <a:noFill/>
            <a:prstDash val="solid"/>
          </a:ln>
          <a:effectLst/>
          <a:extLst>
            <a:ext uri="{91240B29-F687-4F45-9708-019B960494DF}">
              <a14:hiddenLine xmlns:a14="http://schemas.microsoft.com/office/drawing/2010/main" w="15875"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SPHM logo" descr="Safe Patient Handling logo: hands holding the VA seal, with the words Compassion, Care, Concern.">
            <a:extLst>
              <a:ext uri="{FF2B5EF4-FFF2-40B4-BE49-F238E27FC236}">
                <a16:creationId xmlns:a16="http://schemas.microsoft.com/office/drawing/2014/main" id="{DABDAB99-BD3E-1D31-EAF7-7EB3BD7C93A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264400" y="1219200"/>
            <a:ext cx="3556000" cy="3276600"/>
          </a:xfrm>
          <a:prstGeom prst="rect">
            <a:avLst/>
          </a:prstGeom>
        </p:spPr>
      </p:pic>
      <p:sp>
        <p:nvSpPr>
          <p:cNvPr id="7" name="TextBox 6">
            <a:extLst>
              <a:ext uri="{FF2B5EF4-FFF2-40B4-BE49-F238E27FC236}">
                <a16:creationId xmlns:a16="http://schemas.microsoft.com/office/drawing/2014/main" id="{514E7E81-1993-A8C4-D540-11EA736E2D24}"/>
              </a:ext>
            </a:extLst>
          </p:cNvPr>
          <p:cNvSpPr txBox="1"/>
          <p:nvPr/>
        </p:nvSpPr>
        <p:spPr>
          <a:xfrm>
            <a:off x="7010400" y="4876800"/>
            <a:ext cx="4064000" cy="508000"/>
          </a:xfrm>
          <a:prstGeom prst="rect">
            <a:avLst/>
          </a:prstGeom>
          <a:noFill/>
        </p:spPr>
        <p:txBody>
          <a:bodyPr vert="horz" wrap="square" lIns="0" tIns="0" rIns="0" bIns="0" rtlCol="0" anchor="ctr">
            <a:noAutofit/>
          </a:bodyPr>
          <a:lstStyle/>
          <a:p>
            <a:pPr algn="ctr"/>
            <a:r>
              <a:rPr lang="en-US" b="1">
                <a:solidFill>
                  <a:srgbClr val="1B365D"/>
                </a:solidFill>
                <a:latin typeface="Calibri" panose="020F0502020204030204" pitchFamily="34" charset="0"/>
              </a:rPr>
              <a:t>Compassion · Care · Concern</a:t>
            </a:r>
          </a:p>
        </p:txBody>
      </p:sp>
    </p:spTree>
    <p:extLst>
      <p:ext uri="{BB962C8B-B14F-4D97-AF65-F5344CB8AC3E}">
        <p14:creationId xmlns:p14="http://schemas.microsoft.com/office/powerpoint/2010/main" val="987877568"/>
      </p:ext>
    </p:extLst>
  </p:cSld>
  <p:clrMapOvr>
    <a:masterClrMapping/>
  </p:clrMapOvr>
</p:sld>
</file>

<file path=ppt/theme/theme1.xml><?xml version="1.0" encoding="utf-8"?>
<a:theme xmlns:a="http://schemas.openxmlformats.org/drawingml/2006/main" name="Retrospect">
  <a:themeElements>
    <a:clrScheme name="Retrospect">
      <a:dk1>
        <a:srgbClr val="26313D"/>
      </a:dk1>
      <a:lt1>
        <a:srgbClr val="FFFFFF"/>
      </a:lt1>
      <a:dk2>
        <a:srgbClr val="1B365D"/>
      </a:dk2>
      <a:lt2>
        <a:srgbClr val="E3EDF8"/>
      </a:lt2>
      <a:accent1>
        <a:srgbClr val="2F6DB5"/>
      </a:accent1>
      <a:accent2>
        <a:srgbClr val="23898F"/>
      </a:accent2>
      <a:accent3>
        <a:srgbClr val="F2B33D"/>
      </a:accent3>
      <a:accent4>
        <a:srgbClr val="7FB3E0"/>
      </a:accent4>
      <a:accent5>
        <a:srgbClr val="B8322A"/>
      </a:accent5>
      <a:accent6>
        <a:srgbClr val="5A6B7D"/>
      </a:accent6>
      <a:hlink>
        <a:srgbClr val="6EAC1C"/>
      </a:hlink>
      <a:folHlink>
        <a:srgbClr val="B26B02"/>
      </a:folHlink>
    </a:clrScheme>
    <a:fontScheme name="Retrospect">
      <a:majorFont>
        <a:latin typeface="Calibri"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
  <TotalTime>5275</TotalTime>
  <Words>2576</Words>
  <Application>Microsoft Office PowerPoint</Application>
  <PresentationFormat>Widescreen</PresentationFormat>
  <Paragraphs>159</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Calibri</vt:lpstr>
      <vt:lpstr>Retrospect</vt:lpstr>
      <vt:lpstr>PowerPoint Presentation</vt:lpstr>
      <vt:lpstr>SPHM is required, nationally and locally</vt:lpstr>
      <vt:lpstr>The purpose of the SPHM program</vt:lpstr>
      <vt:lpstr>The cost to caregivers</vt:lpstr>
      <vt:lpstr>Bariatric patient handling</vt:lpstr>
      <vt:lpstr>Musculoskeletal disorders build silently</vt:lpstr>
      <vt:lpstr>Your spine is a lever</vt:lpstr>
      <vt:lpstr>High-risk patient care activities</vt:lpstr>
      <vt:lpstr>Why patient handling is high risk</vt:lpstr>
      <vt:lpstr>When a Veteran refuses SPHM equipment</vt:lpstr>
      <vt:lpstr>Your Unit Peer Leaders</vt:lpstr>
      <vt:lpstr>Take the time. Save your spine.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Patient Handling and Mobitiy</dc:title>
  <dc:creator>Reese, Jason D.</dc:creator>
  <cp:lastModifiedBy>Daniel Agbogidi</cp:lastModifiedBy>
  <cp:revision>31</cp:revision>
  <dcterms:created xsi:type="dcterms:W3CDTF">2022-11-13T12:03:12Z</dcterms:created>
  <dcterms:modified xsi:type="dcterms:W3CDTF">2026-10-06T18:19:01Z</dcterms:modified>
</cp:coreProperties>
</file>
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6"/>
  </p:notesMasterIdLst>
  <p:sldIdLst>
    <p:sldId id="286" r:id="rId5"/>
    <p:sldId id="287" r:id="rId6"/>
    <p:sldId id="288" r:id="rId7"/>
    <p:sldId id="289" r:id="rId8"/>
    <p:sldId id="290" r:id="rId9"/>
    <p:sldId id="291" r:id="rId10"/>
    <p:sldId id="292" r:id="rId11"/>
    <p:sldId id="293" r:id="rId12"/>
    <p:sldId id="294" r:id="rId13"/>
    <p:sldId id="276" r:id="rId14"/>
    <p:sldId id="295" r:id="rId15"/>
    <p:sldId id="296" r:id="rId16"/>
    <p:sldId id="282" r:id="rId17"/>
    <p:sldId id="297" r:id="rId18"/>
    <p:sldId id="283" r:id="rId19"/>
    <p:sldId id="298" r:id="rId20"/>
    <p:sldId id="284" r:id="rId21"/>
    <p:sldId id="299" r:id="rId22"/>
    <p:sldId id="285" r:id="rId23"/>
    <p:sldId id="300" r:id="rId24"/>
    <p:sldId id="301" r:id="rId25"/>
  </p:sldIdLst>
  <p:sldSz cx="12192000" cy="6858000"/>
  <p:notesSz cx="7010400" cy="9236075"/>
  <p:custShowLst>
    <p:custShow name="Custom Show 1"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532926-5B17-42DD-B7D8-1AED5CCF0191}" v="37" dt="2026-10-06T05:38:13.462"/>
    <p1510:client id="{DD4A2B95-F7BA-4FC3-B846-3CDC439438ED}" v="12" dt="2026-10-06T05:07:18.0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78" autoAdjust="0"/>
    <p:restoredTop sz="63844" autoAdjust="0"/>
  </p:normalViewPr>
  <p:slideViewPr>
    <p:cSldViewPr>
      <p:cViewPr varScale="1">
        <p:scale>
          <a:sx n="38" d="100"/>
          <a:sy n="38" d="100"/>
        </p:scale>
        <p:origin x="859" y="3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Agbogidi" userId="e0f5edde3173dd4e" providerId="LiveId" clId="{502729D8-E8FF-4FF0-9DC9-E8882DDD285A}"/>
    <pc:docChg chg="undo custSel addSld delSld modSld sldOrd modMainMaster modNotesMaster">
      <pc:chgData name="Daniel Agbogidi" userId="e0f5edde3173dd4e" providerId="LiveId" clId="{502729D8-E8FF-4FF0-9DC9-E8882DDD285A}" dt="2026-10-06T05:43:23.382" v="3114" actId="1076"/>
      <pc:docMkLst>
        <pc:docMk/>
      </pc:docMkLst>
      <pc:sldChg chg="modSp del">
        <pc:chgData name="Daniel Agbogidi" userId="e0f5edde3173dd4e" providerId="LiveId" clId="{502729D8-E8FF-4FF0-9DC9-E8882DDD285A}" dt="2026-10-06T05:08:51.176" v="2604" actId="2696"/>
        <pc:sldMkLst>
          <pc:docMk/>
          <pc:sldMk cId="0" sldId="256"/>
        </pc:sldMkLst>
        <pc:spChg chg="mod">
          <ac:chgData name="Daniel Agbogidi" userId="e0f5edde3173dd4e" providerId="LiveId" clId="{502729D8-E8FF-4FF0-9DC9-E8882DDD285A}" dt="2026-10-06T05:08:43.246" v="0"/>
          <ac:spMkLst>
            <pc:docMk/>
            <pc:sldMk cId="0" sldId="256"/>
            <ac:spMk id="4" creationId="{D8C6FA00-75BC-776F-5D02-931C1D6BC9C1}"/>
          </ac:spMkLst>
        </pc:spChg>
      </pc:sldChg>
      <pc:sldChg chg="del">
        <pc:chgData name="Daniel Agbogidi" userId="e0f5edde3173dd4e" providerId="LiveId" clId="{502729D8-E8FF-4FF0-9DC9-E8882DDD285A}" dt="2026-10-06T05:08:51.149" v="2602" actId="2696"/>
        <pc:sldMkLst>
          <pc:docMk/>
          <pc:sldMk cId="0" sldId="259"/>
        </pc:sldMkLst>
      </pc:sldChg>
      <pc:sldChg chg="del">
        <pc:chgData name="Daniel Agbogidi" userId="e0f5edde3173dd4e" providerId="LiveId" clId="{502729D8-E8FF-4FF0-9DC9-E8882DDD285A}" dt="2026-10-06T05:08:51.149" v="2601" actId="2696"/>
        <pc:sldMkLst>
          <pc:docMk/>
          <pc:sldMk cId="0" sldId="260"/>
        </pc:sldMkLst>
      </pc:sldChg>
      <pc:sldChg chg="del">
        <pc:chgData name="Daniel Agbogidi" userId="e0f5edde3173dd4e" providerId="LiveId" clId="{502729D8-E8FF-4FF0-9DC9-E8882DDD285A}" dt="2026-10-06T05:08:51.149" v="2600" actId="2696"/>
        <pc:sldMkLst>
          <pc:docMk/>
          <pc:sldMk cId="0" sldId="262"/>
        </pc:sldMkLst>
      </pc:sldChg>
      <pc:sldChg chg="modSp del">
        <pc:chgData name="Daniel Agbogidi" userId="e0f5edde3173dd4e" providerId="LiveId" clId="{502729D8-E8FF-4FF0-9DC9-E8882DDD285A}" dt="2026-10-06T05:08:51.133" v="2595" actId="2696"/>
        <pc:sldMkLst>
          <pc:docMk/>
          <pc:sldMk cId="0" sldId="263"/>
        </pc:sldMkLst>
        <pc:spChg chg="mod">
          <ac:chgData name="Daniel Agbogidi" userId="e0f5edde3173dd4e" providerId="LiveId" clId="{502729D8-E8FF-4FF0-9DC9-E8882DDD285A}" dt="2026-10-06T05:08:43.246" v="0"/>
          <ac:spMkLst>
            <pc:docMk/>
            <pc:sldMk cId="0" sldId="263"/>
            <ac:spMk id="2" creationId="{00000000-0000-0000-0000-000000000000}"/>
          </ac:spMkLst>
        </pc:spChg>
      </pc:sldChg>
      <pc:sldChg chg="modSp del">
        <pc:chgData name="Daniel Agbogidi" userId="e0f5edde3173dd4e" providerId="LiveId" clId="{502729D8-E8FF-4FF0-9DC9-E8882DDD285A}" dt="2026-10-06T05:08:51.125" v="2594" actId="2696"/>
        <pc:sldMkLst>
          <pc:docMk/>
          <pc:sldMk cId="0" sldId="264"/>
        </pc:sldMkLst>
        <pc:picChg chg="mod">
          <ac:chgData name="Daniel Agbogidi" userId="e0f5edde3173dd4e" providerId="LiveId" clId="{502729D8-E8FF-4FF0-9DC9-E8882DDD285A}" dt="2026-10-06T05:08:43.246" v="0"/>
          <ac:picMkLst>
            <pc:docMk/>
            <pc:sldMk cId="0" sldId="264"/>
            <ac:picMk id="6146" creationId="{00000000-0000-0000-0000-000000000000}"/>
          </ac:picMkLst>
        </pc:picChg>
      </pc:sldChg>
      <pc:sldChg chg="del">
        <pc:chgData name="Daniel Agbogidi" userId="e0f5edde3173dd4e" providerId="LiveId" clId="{502729D8-E8FF-4FF0-9DC9-E8882DDD285A}" dt="2026-10-06T05:08:51.090" v="2588" actId="2696"/>
        <pc:sldMkLst>
          <pc:docMk/>
          <pc:sldMk cId="1792972408" sldId="265"/>
        </pc:sldMkLst>
      </pc:sldChg>
      <pc:sldChg chg="modSp del modNotes">
        <pc:chgData name="Daniel Agbogidi" userId="e0f5edde3173dd4e" providerId="LiveId" clId="{502729D8-E8FF-4FF0-9DC9-E8882DDD285A}" dt="2026-10-06T05:08:51.125" v="2593" actId="2696"/>
        <pc:sldMkLst>
          <pc:docMk/>
          <pc:sldMk cId="0" sldId="267"/>
        </pc:sldMkLst>
        <pc:spChg chg="mod">
          <ac:chgData name="Daniel Agbogidi" userId="e0f5edde3173dd4e" providerId="LiveId" clId="{502729D8-E8FF-4FF0-9DC9-E8882DDD285A}" dt="2026-10-06T05:08:43.246" v="0"/>
          <ac:spMkLst>
            <pc:docMk/>
            <pc:sldMk cId="0" sldId="267"/>
            <ac:spMk id="3" creationId="{2E267895-C1AC-47C6-A616-7E463DC8853B}"/>
          </ac:spMkLst>
        </pc:spChg>
        <pc:picChg chg="mod">
          <ac:chgData name="Daniel Agbogidi" userId="e0f5edde3173dd4e" providerId="LiveId" clId="{502729D8-E8FF-4FF0-9DC9-E8882DDD285A}" dt="2026-10-06T05:08:43.246" v="0"/>
          <ac:picMkLst>
            <pc:docMk/>
            <pc:sldMk cId="0" sldId="267"/>
            <ac:picMk id="2" creationId="{00000000-0000-0000-0000-000000000000}"/>
          </ac:picMkLst>
        </pc:picChg>
      </pc:sldChg>
      <pc:sldChg chg="del">
        <pc:chgData name="Daniel Agbogidi" userId="e0f5edde3173dd4e" providerId="LiveId" clId="{502729D8-E8FF-4FF0-9DC9-E8882DDD285A}" dt="2026-10-06T05:08:51.108" v="2590" actId="2696"/>
        <pc:sldMkLst>
          <pc:docMk/>
          <pc:sldMk cId="0" sldId="269"/>
        </pc:sldMkLst>
      </pc:sldChg>
      <pc:sldChg chg="modSp del">
        <pc:chgData name="Daniel Agbogidi" userId="e0f5edde3173dd4e" providerId="LiveId" clId="{502729D8-E8FF-4FF0-9DC9-E8882DDD285A}" dt="2026-10-06T05:08:51.149" v="2599" actId="2696"/>
        <pc:sldMkLst>
          <pc:docMk/>
          <pc:sldMk cId="0" sldId="271"/>
        </pc:sldMkLst>
        <pc:spChg chg="mod">
          <ac:chgData name="Daniel Agbogidi" userId="e0f5edde3173dd4e" providerId="LiveId" clId="{502729D8-E8FF-4FF0-9DC9-E8882DDD285A}" dt="2026-10-06T05:08:43.246" v="0"/>
          <ac:spMkLst>
            <pc:docMk/>
            <pc:sldMk cId="0" sldId="271"/>
            <ac:spMk id="4" creationId="{00000000-0000-0000-0000-000000000000}"/>
          </ac:spMkLst>
        </pc:spChg>
        <pc:picChg chg="mod">
          <ac:chgData name="Daniel Agbogidi" userId="e0f5edde3173dd4e" providerId="LiveId" clId="{502729D8-E8FF-4FF0-9DC9-E8882DDD285A}" dt="2026-10-06T05:08:43.246" v="0"/>
          <ac:picMkLst>
            <pc:docMk/>
            <pc:sldMk cId="0" sldId="271"/>
            <ac:picMk id="1026" creationId="{00000000-0000-0000-0000-000000000000}"/>
          </ac:picMkLst>
        </pc:picChg>
      </pc:sldChg>
      <pc:sldChg chg="modSp del">
        <pc:chgData name="Daniel Agbogidi" userId="e0f5edde3173dd4e" providerId="LiveId" clId="{502729D8-E8FF-4FF0-9DC9-E8882DDD285A}" dt="2026-10-06T05:08:51.142" v="2598" actId="2696"/>
        <pc:sldMkLst>
          <pc:docMk/>
          <pc:sldMk cId="0" sldId="272"/>
        </pc:sldMkLst>
        <pc:spChg chg="mod">
          <ac:chgData name="Daniel Agbogidi" userId="e0f5edde3173dd4e" providerId="LiveId" clId="{502729D8-E8FF-4FF0-9DC9-E8882DDD285A}" dt="2026-10-06T05:08:43.246" v="0"/>
          <ac:spMkLst>
            <pc:docMk/>
            <pc:sldMk cId="0" sldId="272"/>
            <ac:spMk id="8" creationId="{00000000-0000-0000-0000-000000000000}"/>
          </ac:spMkLst>
        </pc:spChg>
        <pc:spChg chg="mod">
          <ac:chgData name="Daniel Agbogidi" userId="e0f5edde3173dd4e" providerId="LiveId" clId="{502729D8-E8FF-4FF0-9DC9-E8882DDD285A}" dt="2026-10-06T05:08:43.246" v="0"/>
          <ac:spMkLst>
            <pc:docMk/>
            <pc:sldMk cId="0" sldId="272"/>
            <ac:spMk id="29697" creationId="{00000000-0000-0000-0000-000000000000}"/>
          </ac:spMkLst>
        </pc:spChg>
        <pc:spChg chg="mod">
          <ac:chgData name="Daniel Agbogidi" userId="e0f5edde3173dd4e" providerId="LiveId" clId="{502729D8-E8FF-4FF0-9DC9-E8882DDD285A}" dt="2026-10-06T05:08:43.246" v="0"/>
          <ac:spMkLst>
            <pc:docMk/>
            <pc:sldMk cId="0" sldId="272"/>
            <ac:spMk id="29700" creationId="{00000000-0000-0000-0000-000000000000}"/>
          </ac:spMkLst>
        </pc:spChg>
        <pc:spChg chg="mod">
          <ac:chgData name="Daniel Agbogidi" userId="e0f5edde3173dd4e" providerId="LiveId" clId="{502729D8-E8FF-4FF0-9DC9-E8882DDD285A}" dt="2026-10-06T05:08:43.246" v="0"/>
          <ac:spMkLst>
            <pc:docMk/>
            <pc:sldMk cId="0" sldId="272"/>
            <ac:spMk id="29701" creationId="{00000000-0000-0000-0000-000000000000}"/>
          </ac:spMkLst>
        </pc:spChg>
        <pc:picChg chg="mod">
          <ac:chgData name="Daniel Agbogidi" userId="e0f5edde3173dd4e" providerId="LiveId" clId="{502729D8-E8FF-4FF0-9DC9-E8882DDD285A}" dt="2026-10-06T05:08:43.246" v="0"/>
          <ac:picMkLst>
            <pc:docMk/>
            <pc:sldMk cId="0" sldId="272"/>
            <ac:picMk id="29698" creationId="{00000000-0000-0000-0000-000000000000}"/>
          </ac:picMkLst>
        </pc:picChg>
        <pc:picChg chg="mod">
          <ac:chgData name="Daniel Agbogidi" userId="e0f5edde3173dd4e" providerId="LiveId" clId="{502729D8-E8FF-4FF0-9DC9-E8882DDD285A}" dt="2026-10-06T05:08:43.246" v="0"/>
          <ac:picMkLst>
            <pc:docMk/>
            <pc:sldMk cId="0" sldId="272"/>
            <ac:picMk id="29699" creationId="{00000000-0000-0000-0000-000000000000}"/>
          </ac:picMkLst>
        </pc:picChg>
      </pc:sldChg>
      <pc:sldChg chg="modSp del">
        <pc:chgData name="Daniel Agbogidi" userId="e0f5edde3173dd4e" providerId="LiveId" clId="{502729D8-E8FF-4FF0-9DC9-E8882DDD285A}" dt="2026-10-06T05:08:51.142" v="2597" actId="2696"/>
        <pc:sldMkLst>
          <pc:docMk/>
          <pc:sldMk cId="0" sldId="273"/>
        </pc:sldMkLst>
        <pc:spChg chg="mod">
          <ac:chgData name="Daniel Agbogidi" userId="e0f5edde3173dd4e" providerId="LiveId" clId="{502729D8-E8FF-4FF0-9DC9-E8882DDD285A}" dt="2026-10-06T05:08:43.246" v="0"/>
          <ac:spMkLst>
            <pc:docMk/>
            <pc:sldMk cId="0" sldId="273"/>
            <ac:spMk id="30722" creationId="{00000000-0000-0000-0000-000000000000}"/>
          </ac:spMkLst>
        </pc:spChg>
        <pc:spChg chg="mod">
          <ac:chgData name="Daniel Agbogidi" userId="e0f5edde3173dd4e" providerId="LiveId" clId="{502729D8-E8FF-4FF0-9DC9-E8882DDD285A}" dt="2026-10-06T05:08:43.246" v="0"/>
          <ac:spMkLst>
            <pc:docMk/>
            <pc:sldMk cId="0" sldId="273"/>
            <ac:spMk id="30723" creationId="{00000000-0000-0000-0000-000000000000}"/>
          </ac:spMkLst>
        </pc:spChg>
        <pc:picChg chg="mod">
          <ac:chgData name="Daniel Agbogidi" userId="e0f5edde3173dd4e" providerId="LiveId" clId="{502729D8-E8FF-4FF0-9DC9-E8882DDD285A}" dt="2026-10-06T05:08:43.246" v="0"/>
          <ac:picMkLst>
            <pc:docMk/>
            <pc:sldMk cId="0" sldId="273"/>
            <ac:picMk id="30721" creationId="{00000000-0000-0000-0000-000000000000}"/>
          </ac:picMkLst>
        </pc:picChg>
      </pc:sldChg>
      <pc:sldChg chg="modSp del">
        <pc:chgData name="Daniel Agbogidi" userId="e0f5edde3173dd4e" providerId="LiveId" clId="{502729D8-E8FF-4FF0-9DC9-E8882DDD285A}" dt="2026-10-06T05:08:51.133" v="2596" actId="2696"/>
        <pc:sldMkLst>
          <pc:docMk/>
          <pc:sldMk cId="0" sldId="274"/>
        </pc:sldMkLst>
        <pc:spChg chg="mod">
          <ac:chgData name="Daniel Agbogidi" userId="e0f5edde3173dd4e" providerId="LiveId" clId="{502729D8-E8FF-4FF0-9DC9-E8882DDD285A}" dt="2026-10-06T05:08:43.246" v="0"/>
          <ac:spMkLst>
            <pc:docMk/>
            <pc:sldMk cId="0" sldId="274"/>
            <ac:spMk id="31745" creationId="{00000000-0000-0000-0000-000000000000}"/>
          </ac:spMkLst>
        </pc:spChg>
      </pc:sldChg>
      <pc:sldChg chg="modSp del">
        <pc:chgData name="Daniel Agbogidi" userId="e0f5edde3173dd4e" providerId="LiveId" clId="{502729D8-E8FF-4FF0-9DC9-E8882DDD285A}" dt="2026-10-06T05:08:51.176" v="2603" actId="2696"/>
        <pc:sldMkLst>
          <pc:docMk/>
          <pc:sldMk cId="1785866703" sldId="275"/>
        </pc:sldMkLst>
        <pc:spChg chg="mod">
          <ac:chgData name="Daniel Agbogidi" userId="e0f5edde3173dd4e" providerId="LiveId" clId="{502729D8-E8FF-4FF0-9DC9-E8882DDD285A}" dt="2026-10-06T05:08:43.246" v="0"/>
          <ac:spMkLst>
            <pc:docMk/>
            <pc:sldMk cId="1785866703" sldId="275"/>
            <ac:spMk id="2" creationId="{00000000-0000-0000-0000-000000000000}"/>
          </ac:spMkLst>
        </pc:spChg>
        <pc:picChg chg="mod">
          <ac:chgData name="Daniel Agbogidi" userId="e0f5edde3173dd4e" providerId="LiveId" clId="{502729D8-E8FF-4FF0-9DC9-E8882DDD285A}" dt="2026-10-06T05:08:43.246" v="0"/>
          <ac:picMkLst>
            <pc:docMk/>
            <pc:sldMk cId="1785866703" sldId="275"/>
            <ac:picMk id="4" creationId="{00000000-0000-0000-0000-000000000000}"/>
          </ac:picMkLst>
        </pc:picChg>
        <pc:picChg chg="mod">
          <ac:chgData name="Daniel Agbogidi" userId="e0f5edde3173dd4e" providerId="LiveId" clId="{502729D8-E8FF-4FF0-9DC9-E8882DDD285A}" dt="2026-10-06T05:08:43.246" v="0"/>
          <ac:picMkLst>
            <pc:docMk/>
            <pc:sldMk cId="1785866703" sldId="275"/>
            <ac:picMk id="5" creationId="{835452D2-EF97-40A4-BF73-D2E0D3EE04D7}"/>
          </ac:picMkLst>
        </pc:picChg>
      </pc:sldChg>
      <pc:sldChg chg="modSp mod ord setBg modNotes">
        <pc:chgData name="Daniel Agbogidi" userId="e0f5edde3173dd4e" providerId="LiveId" clId="{502729D8-E8FF-4FF0-9DC9-E8882DDD285A}" dt="2026-10-06T05:08:51.203" v="2614"/>
        <pc:sldMkLst>
          <pc:docMk/>
          <pc:sldMk cId="3997766118" sldId="276"/>
        </pc:sldMkLst>
        <pc:picChg chg="mod">
          <ac:chgData name="Daniel Agbogidi" userId="e0f5edde3173dd4e" providerId="LiveId" clId="{502729D8-E8FF-4FF0-9DC9-E8882DDD285A}" dt="2026-10-06T05:08:51.006" v="2496"/>
          <ac:picMkLst>
            <pc:docMk/>
            <pc:sldMk cId="3997766118" sldId="276"/>
            <ac:picMk id="4" creationId="{00000000-0000-0000-0000-000000000000}"/>
          </ac:picMkLst>
        </pc:picChg>
        <pc:picChg chg="mod">
          <ac:chgData name="Daniel Agbogidi" userId="e0f5edde3173dd4e" providerId="LiveId" clId="{502729D8-E8FF-4FF0-9DC9-E8882DDD285A}" dt="2026-10-06T05:08:51.015" v="2505"/>
          <ac:picMkLst>
            <pc:docMk/>
            <pc:sldMk cId="3997766118" sldId="276"/>
            <ac:picMk id="7" creationId="{4AE42098-CF61-447D-9236-4D6F7EFD3523}"/>
          </ac:picMkLst>
        </pc:picChg>
        <pc:picChg chg="mod">
          <ac:chgData name="Daniel Agbogidi" userId="e0f5edde3173dd4e" providerId="LiveId" clId="{502729D8-E8FF-4FF0-9DC9-E8882DDD285A}" dt="2026-10-06T05:08:51.015" v="2514"/>
          <ac:picMkLst>
            <pc:docMk/>
            <pc:sldMk cId="3997766118" sldId="276"/>
            <ac:picMk id="9" creationId="{B9E85EA0-3B07-4475-B0F3-1B3EE90CF80C}"/>
          </ac:picMkLst>
        </pc:picChg>
        <pc:picChg chg="mod">
          <ac:chgData name="Daniel Agbogidi" userId="e0f5edde3173dd4e" providerId="LiveId" clId="{502729D8-E8FF-4FF0-9DC9-E8882DDD285A}" dt="2026-10-06T05:08:51.023" v="2523"/>
          <ac:picMkLst>
            <pc:docMk/>
            <pc:sldMk cId="3997766118" sldId="276"/>
            <ac:picMk id="11" creationId="{EF37999B-1724-4EBE-A615-102483AC9F18}"/>
          </ac:picMkLst>
        </pc:picChg>
        <pc:picChg chg="mod">
          <ac:chgData name="Daniel Agbogidi" userId="e0f5edde3173dd4e" providerId="LiveId" clId="{502729D8-E8FF-4FF0-9DC9-E8882DDD285A}" dt="2026-10-06T05:08:51.023" v="2532"/>
          <ac:picMkLst>
            <pc:docMk/>
            <pc:sldMk cId="3997766118" sldId="276"/>
            <ac:picMk id="13" creationId="{FE8EAD00-0C09-4AF7-85B9-A323498658DE}"/>
          </ac:picMkLst>
        </pc:picChg>
        <pc:picChg chg="mod">
          <ac:chgData name="Daniel Agbogidi" userId="e0f5edde3173dd4e" providerId="LiveId" clId="{502729D8-E8FF-4FF0-9DC9-E8882DDD285A}" dt="2026-10-06T05:08:51.023" v="2541"/>
          <ac:picMkLst>
            <pc:docMk/>
            <pc:sldMk cId="3997766118" sldId="276"/>
            <ac:picMk id="15" creationId="{6FFB2A90-1D97-4B29-A8D5-003820A59C02}"/>
          </ac:picMkLst>
        </pc:picChg>
        <pc:picChg chg="mod">
          <ac:chgData name="Daniel Agbogidi" userId="e0f5edde3173dd4e" providerId="LiveId" clId="{502729D8-E8FF-4FF0-9DC9-E8882DDD285A}" dt="2026-10-06T05:08:51.023" v="2550"/>
          <ac:picMkLst>
            <pc:docMk/>
            <pc:sldMk cId="3997766118" sldId="276"/>
            <ac:picMk id="17" creationId="{ABBBD9C8-A984-49ED-AE68-06615A70F41B}"/>
          </ac:picMkLst>
        </pc:picChg>
        <pc:picChg chg="mod">
          <ac:chgData name="Daniel Agbogidi" userId="e0f5edde3173dd4e" providerId="LiveId" clId="{502729D8-E8FF-4FF0-9DC9-E8882DDD285A}" dt="2026-10-06T05:08:51.039" v="2559"/>
          <ac:picMkLst>
            <pc:docMk/>
            <pc:sldMk cId="3997766118" sldId="276"/>
            <ac:picMk id="19" creationId="{EF417F06-7704-4E89-B43C-60E68584F411}"/>
          </ac:picMkLst>
        </pc:picChg>
        <pc:picChg chg="mod">
          <ac:chgData name="Daniel Agbogidi" userId="e0f5edde3173dd4e" providerId="LiveId" clId="{502729D8-E8FF-4FF0-9DC9-E8882DDD285A}" dt="2026-10-06T05:08:51.039" v="2568"/>
          <ac:picMkLst>
            <pc:docMk/>
            <pc:sldMk cId="3997766118" sldId="276"/>
            <ac:picMk id="21" creationId="{68860C97-4D69-48C5-8B45-11EA15C9CCE9}"/>
          </ac:picMkLst>
        </pc:picChg>
        <pc:picChg chg="mod">
          <ac:chgData name="Daniel Agbogidi" userId="e0f5edde3173dd4e" providerId="LiveId" clId="{502729D8-E8FF-4FF0-9DC9-E8882DDD285A}" dt="2026-10-06T05:08:51.039" v="2577"/>
          <ac:picMkLst>
            <pc:docMk/>
            <pc:sldMk cId="3997766118" sldId="276"/>
            <ac:picMk id="23" creationId="{3B5BCDC3-6E96-4A6F-AB84-691A9B2AA344}"/>
          </ac:picMkLst>
        </pc:picChg>
        <pc:picChg chg="mod">
          <ac:chgData name="Daniel Agbogidi" userId="e0f5edde3173dd4e" providerId="LiveId" clId="{502729D8-E8FF-4FF0-9DC9-E8882DDD285A}" dt="2026-10-06T05:08:51.039" v="2586"/>
          <ac:picMkLst>
            <pc:docMk/>
            <pc:sldMk cId="3997766118" sldId="276"/>
            <ac:picMk id="25" creationId="{604FE83C-B8A9-4D52-AB6D-E8235F4462EE}"/>
          </ac:picMkLst>
        </pc:picChg>
      </pc:sldChg>
      <pc:sldChg chg="modSp del modNotes">
        <pc:chgData name="Daniel Agbogidi" userId="e0f5edde3173dd4e" providerId="LiveId" clId="{502729D8-E8FF-4FF0-9DC9-E8882DDD285A}" dt="2026-10-06T05:08:51.116" v="2592" actId="2696"/>
        <pc:sldMkLst>
          <pc:docMk/>
          <pc:sldMk cId="2374320002" sldId="279"/>
        </pc:sldMkLst>
        <pc:spChg chg="mod">
          <ac:chgData name="Daniel Agbogidi" userId="e0f5edde3173dd4e" providerId="LiveId" clId="{502729D8-E8FF-4FF0-9DC9-E8882DDD285A}" dt="2026-10-06T05:08:43.246" v="0"/>
          <ac:spMkLst>
            <pc:docMk/>
            <pc:sldMk cId="2374320002" sldId="279"/>
            <ac:spMk id="2" creationId="{74A85529-BB29-4BA3-B676-8CA2A485C34B}"/>
          </ac:spMkLst>
        </pc:spChg>
        <pc:spChg chg="mod">
          <ac:chgData name="Daniel Agbogidi" userId="e0f5edde3173dd4e" providerId="LiveId" clId="{502729D8-E8FF-4FF0-9DC9-E8882DDD285A}" dt="2026-10-06T05:08:43.246" v="0"/>
          <ac:spMkLst>
            <pc:docMk/>
            <pc:sldMk cId="2374320002" sldId="279"/>
            <ac:spMk id="4" creationId="{CD74B511-9E95-4BCD-BB58-692E1A104146}"/>
          </ac:spMkLst>
        </pc:spChg>
        <pc:picChg chg="mod">
          <ac:chgData name="Daniel Agbogidi" userId="e0f5edde3173dd4e" providerId="LiveId" clId="{502729D8-E8FF-4FF0-9DC9-E8882DDD285A}" dt="2026-10-06T05:08:43.246" v="0"/>
          <ac:picMkLst>
            <pc:docMk/>
            <pc:sldMk cId="2374320002" sldId="279"/>
            <ac:picMk id="5" creationId="{E3482C0B-2929-6D80-7EC9-09D4962094E9}"/>
          </ac:picMkLst>
        </pc:picChg>
      </pc:sldChg>
      <pc:sldChg chg="modSp del modNotes">
        <pc:chgData name="Daniel Agbogidi" userId="e0f5edde3173dd4e" providerId="LiveId" clId="{502729D8-E8FF-4FF0-9DC9-E8882DDD285A}" dt="2026-10-06T05:08:51.108" v="2591" actId="2696"/>
        <pc:sldMkLst>
          <pc:docMk/>
          <pc:sldMk cId="1183622501" sldId="280"/>
        </pc:sldMkLst>
        <pc:spChg chg="mod">
          <ac:chgData name="Daniel Agbogidi" userId="e0f5edde3173dd4e" providerId="LiveId" clId="{502729D8-E8FF-4FF0-9DC9-E8882DDD285A}" dt="2026-10-06T05:08:43.246" v="0"/>
          <ac:spMkLst>
            <pc:docMk/>
            <pc:sldMk cId="1183622501" sldId="280"/>
            <ac:spMk id="2" creationId="{8C20E17A-BE20-4085-9A2C-938D2CE2AD45}"/>
          </ac:spMkLst>
        </pc:spChg>
        <pc:spChg chg="mod">
          <ac:chgData name="Daniel Agbogidi" userId="e0f5edde3173dd4e" providerId="LiveId" clId="{502729D8-E8FF-4FF0-9DC9-E8882DDD285A}" dt="2026-10-06T05:08:43.246" v="0"/>
          <ac:spMkLst>
            <pc:docMk/>
            <pc:sldMk cId="1183622501" sldId="280"/>
            <ac:spMk id="3" creationId="{5BE186A9-63E0-108A-54D7-98106B3CCCDE}"/>
          </ac:spMkLst>
        </pc:spChg>
        <pc:picChg chg="mod">
          <ac:chgData name="Daniel Agbogidi" userId="e0f5edde3173dd4e" providerId="LiveId" clId="{502729D8-E8FF-4FF0-9DC9-E8882DDD285A}" dt="2026-10-06T05:08:43.246" v="0"/>
          <ac:picMkLst>
            <pc:docMk/>
            <pc:sldMk cId="1183622501" sldId="280"/>
            <ac:picMk id="4" creationId="{A38F6B98-BF23-24DE-0E64-805923872F6B}"/>
          </ac:picMkLst>
        </pc:picChg>
      </pc:sldChg>
      <pc:sldChg chg="del">
        <pc:chgData name="Daniel Agbogidi" userId="e0f5edde3173dd4e" providerId="LiveId" clId="{502729D8-E8FF-4FF0-9DC9-E8882DDD285A}" dt="2026-10-06T05:08:51.100" v="2589" actId="2696"/>
        <pc:sldMkLst>
          <pc:docMk/>
          <pc:sldMk cId="1842704820" sldId="281"/>
        </pc:sldMkLst>
      </pc:sldChg>
      <pc:sldChg chg="addSp modSp mod ord modNotes">
        <pc:chgData name="Daniel Agbogidi" userId="e0f5edde3173dd4e" providerId="LiveId" clId="{502729D8-E8FF-4FF0-9DC9-E8882DDD285A}" dt="2026-10-06T05:08:51.205" v="2617"/>
        <pc:sldMkLst>
          <pc:docMk/>
          <pc:sldMk cId="1545166283" sldId="282"/>
        </pc:sldMkLst>
        <pc:spChg chg="add mod">
          <ac:chgData name="Daniel Agbogidi" userId="e0f5edde3173dd4e" providerId="LiveId" clId="{502729D8-E8FF-4FF0-9DC9-E8882DDD285A}" dt="2026-10-06T05:08:50.539" v="2301"/>
          <ac:spMkLst>
            <pc:docMk/>
            <pc:sldMk cId="1545166283" sldId="282"/>
            <ac:spMk id="3" creationId="{90AD0664-6B09-BA50-3E58-E1AEA69FB43C}"/>
          </ac:spMkLst>
        </pc:spChg>
        <pc:spChg chg="add mod">
          <ac:chgData name="Daniel Agbogidi" userId="e0f5edde3173dd4e" providerId="LiveId" clId="{502729D8-E8FF-4FF0-9DC9-E8882DDD285A}" dt="2026-10-06T05:08:50.663" v="2329" actId="948"/>
          <ac:spMkLst>
            <pc:docMk/>
            <pc:sldMk cId="1545166283" sldId="282"/>
            <ac:spMk id="4" creationId="{3B897718-9EAB-69E8-CF4A-54D7E54614B6}"/>
          </ac:spMkLst>
        </pc:spChg>
        <pc:picChg chg="mod">
          <ac:chgData name="Daniel Agbogidi" userId="e0f5edde3173dd4e" providerId="LiveId" clId="{502729D8-E8FF-4FF0-9DC9-E8882DDD285A}" dt="2026-10-06T05:08:50.606" v="2308"/>
          <ac:picMkLst>
            <pc:docMk/>
            <pc:sldMk cId="1545166283" sldId="282"/>
            <ac:picMk id="2" creationId="{81C2E9AA-68FA-9F46-DC33-96F2C3833ED0}"/>
          </ac:picMkLst>
        </pc:picChg>
      </pc:sldChg>
      <pc:sldChg chg="addSp modSp mod ord modNotes">
        <pc:chgData name="Daniel Agbogidi" userId="e0f5edde3173dd4e" providerId="LiveId" clId="{502729D8-E8FF-4FF0-9DC9-E8882DDD285A}" dt="2026-10-06T05:08:51.205" v="2619"/>
        <pc:sldMkLst>
          <pc:docMk/>
          <pc:sldMk cId="2972136084" sldId="283"/>
        </pc:sldMkLst>
        <pc:spChg chg="add mod">
          <ac:chgData name="Daniel Agbogidi" userId="e0f5edde3173dd4e" providerId="LiveId" clId="{502729D8-E8FF-4FF0-9DC9-E8882DDD285A}" dt="2026-10-06T05:08:50.735" v="2352"/>
          <ac:spMkLst>
            <pc:docMk/>
            <pc:sldMk cId="2972136084" sldId="283"/>
            <ac:spMk id="3" creationId="{D351D66A-6A6A-5CC7-59EF-258AFE469917}"/>
          </ac:spMkLst>
        </pc:spChg>
        <pc:spChg chg="add mod">
          <ac:chgData name="Daniel Agbogidi" userId="e0f5edde3173dd4e" providerId="LiveId" clId="{502729D8-E8FF-4FF0-9DC9-E8882DDD285A}" dt="2026-10-06T05:08:50.766" v="2380" actId="948"/>
          <ac:spMkLst>
            <pc:docMk/>
            <pc:sldMk cId="2972136084" sldId="283"/>
            <ac:spMk id="4" creationId="{3CD92358-3ECF-6FE5-6BE6-1E57AC8C9652}"/>
          </ac:spMkLst>
        </pc:spChg>
        <pc:picChg chg="mod">
          <ac:chgData name="Daniel Agbogidi" userId="e0f5edde3173dd4e" providerId="LiveId" clId="{502729D8-E8FF-4FF0-9DC9-E8882DDD285A}" dt="2026-10-06T05:08:50.742" v="2359"/>
          <ac:picMkLst>
            <pc:docMk/>
            <pc:sldMk cId="2972136084" sldId="283"/>
            <ac:picMk id="2" creationId="{E10A34EC-86E4-1D33-3488-4BABAC57418D}"/>
          </ac:picMkLst>
        </pc:picChg>
      </pc:sldChg>
      <pc:sldChg chg="addSp modSp mod ord modNotes">
        <pc:chgData name="Daniel Agbogidi" userId="e0f5edde3173dd4e" providerId="LiveId" clId="{502729D8-E8FF-4FF0-9DC9-E8882DDD285A}" dt="2026-10-06T05:08:51.205" v="2621"/>
        <pc:sldMkLst>
          <pc:docMk/>
          <pc:sldMk cId="968988312" sldId="284"/>
        </pc:sldMkLst>
        <pc:spChg chg="add mod">
          <ac:chgData name="Daniel Agbogidi" userId="e0f5edde3173dd4e" providerId="LiveId" clId="{502729D8-E8FF-4FF0-9DC9-E8882DDD285A}" dt="2026-10-06T05:08:50.829" v="2403"/>
          <ac:spMkLst>
            <pc:docMk/>
            <pc:sldMk cId="968988312" sldId="284"/>
            <ac:spMk id="3" creationId="{8596B180-2A02-FD68-C8D5-C483797DFE64}"/>
          </ac:spMkLst>
        </pc:spChg>
        <pc:spChg chg="add mod">
          <ac:chgData name="Daniel Agbogidi" userId="e0f5edde3173dd4e" providerId="LiveId" clId="{502729D8-E8FF-4FF0-9DC9-E8882DDD285A}" dt="2026-10-06T05:08:50.869" v="2431" actId="948"/>
          <ac:spMkLst>
            <pc:docMk/>
            <pc:sldMk cId="968988312" sldId="284"/>
            <ac:spMk id="4" creationId="{F84E7054-0109-35CE-019A-10D16C521DEC}"/>
          </ac:spMkLst>
        </pc:spChg>
        <pc:picChg chg="mod">
          <ac:chgData name="Daniel Agbogidi" userId="e0f5edde3173dd4e" providerId="LiveId" clId="{502729D8-E8FF-4FF0-9DC9-E8882DDD285A}" dt="2026-10-06T05:08:50.829" v="2410"/>
          <ac:picMkLst>
            <pc:docMk/>
            <pc:sldMk cId="968988312" sldId="284"/>
            <ac:picMk id="2" creationId="{859A1DF7-0375-B5F1-3DC1-DDA45A4D4718}"/>
          </ac:picMkLst>
        </pc:picChg>
      </pc:sldChg>
      <pc:sldChg chg="addSp modSp mod ord modNotes">
        <pc:chgData name="Daniel Agbogidi" userId="e0f5edde3173dd4e" providerId="LiveId" clId="{502729D8-E8FF-4FF0-9DC9-E8882DDD285A}" dt="2026-10-06T05:08:51.214" v="2623"/>
        <pc:sldMkLst>
          <pc:docMk/>
          <pc:sldMk cId="120342650" sldId="285"/>
        </pc:sldMkLst>
        <pc:spChg chg="add mod">
          <ac:chgData name="Daniel Agbogidi" userId="e0f5edde3173dd4e" providerId="LiveId" clId="{502729D8-E8FF-4FF0-9DC9-E8882DDD285A}" dt="2026-10-06T05:08:50.934" v="2454"/>
          <ac:spMkLst>
            <pc:docMk/>
            <pc:sldMk cId="120342650" sldId="285"/>
            <ac:spMk id="3" creationId="{16BA6EA6-C6DD-5894-CB79-C414AB2BEDBC}"/>
          </ac:spMkLst>
        </pc:spChg>
        <pc:spChg chg="add mod">
          <ac:chgData name="Daniel Agbogidi" userId="e0f5edde3173dd4e" providerId="LiveId" clId="{502729D8-E8FF-4FF0-9DC9-E8882DDD285A}" dt="2026-10-06T05:08:50.970" v="2482" actId="948"/>
          <ac:spMkLst>
            <pc:docMk/>
            <pc:sldMk cId="120342650" sldId="285"/>
            <ac:spMk id="4" creationId="{F22FDFF8-49E0-F3EC-D067-DD823479556F}"/>
          </ac:spMkLst>
        </pc:spChg>
        <pc:picChg chg="mod">
          <ac:chgData name="Daniel Agbogidi" userId="e0f5edde3173dd4e" providerId="LiveId" clId="{502729D8-E8FF-4FF0-9DC9-E8882DDD285A}" dt="2026-10-06T05:08:50.934" v="2461"/>
          <ac:picMkLst>
            <pc:docMk/>
            <pc:sldMk cId="120342650" sldId="285"/>
            <ac:picMk id="2" creationId="{6A7F2A21-9671-A747-7DA6-BB6936B3FCA2}"/>
          </ac:picMkLst>
        </pc:picChg>
      </pc:sldChg>
      <pc:sldChg chg="addSp modSp add mod ord modNotes">
        <pc:chgData name="Daniel Agbogidi" userId="e0f5edde3173dd4e" providerId="LiveId" clId="{502729D8-E8FF-4FF0-9DC9-E8882DDD285A}" dt="2026-10-06T05:08:51.191" v="2605"/>
        <pc:sldMkLst>
          <pc:docMk/>
          <pc:sldMk cId="2958475976" sldId="286"/>
        </pc:sldMkLst>
        <pc:spChg chg="add mod">
          <ac:chgData name="Daniel Agbogidi" userId="e0f5edde3173dd4e" providerId="LiveId" clId="{502729D8-E8FF-4FF0-9DC9-E8882DDD285A}" dt="2026-10-06T05:08:44.737" v="239"/>
          <ac:spMkLst>
            <pc:docMk/>
            <pc:sldMk cId="2958475976" sldId="286"/>
            <ac:spMk id="4" creationId="{5A3E13B3-726A-77AC-A56C-D58302ED22BF}"/>
          </ac:spMkLst>
        </pc:spChg>
        <pc:spChg chg="add mod">
          <ac:chgData name="Daniel Agbogidi" userId="e0f5edde3173dd4e" providerId="LiveId" clId="{502729D8-E8FF-4FF0-9DC9-E8882DDD285A}" dt="2026-10-06T05:08:44.979" v="261" actId="947"/>
          <ac:spMkLst>
            <pc:docMk/>
            <pc:sldMk cId="2958475976" sldId="286"/>
            <ac:spMk id="5" creationId="{7130214E-3C02-B187-B046-594B26147ADA}"/>
          </ac:spMkLst>
        </pc:spChg>
        <pc:spChg chg="add mod">
          <ac:chgData name="Daniel Agbogidi" userId="e0f5edde3173dd4e" providerId="LiveId" clId="{502729D8-E8FF-4FF0-9DC9-E8882DDD285A}" dt="2026-10-06T05:08:45.042" v="282" actId="948"/>
          <ac:spMkLst>
            <pc:docMk/>
            <pc:sldMk cId="2958475976" sldId="286"/>
            <ac:spMk id="6" creationId="{DB480267-9CBC-1AA3-4C5A-A25F6E0A3662}"/>
          </ac:spMkLst>
        </pc:spChg>
        <pc:spChg chg="add mod">
          <ac:chgData name="Daniel Agbogidi" userId="e0f5edde3173dd4e" providerId="LiveId" clId="{502729D8-E8FF-4FF0-9DC9-E8882DDD285A}" dt="2026-10-06T05:08:45.092" v="303" actId="948"/>
          <ac:spMkLst>
            <pc:docMk/>
            <pc:sldMk cId="2958475976" sldId="286"/>
            <ac:spMk id="7" creationId="{1A81F3F9-E24B-1215-C7CB-719949BE727A}"/>
          </ac:spMkLst>
        </pc:spChg>
        <pc:spChg chg="add mod">
          <ac:chgData name="Daniel Agbogidi" userId="e0f5edde3173dd4e" providerId="LiveId" clId="{502729D8-E8FF-4FF0-9DC9-E8882DDD285A}" dt="2026-10-06T05:08:45.187" v="329" actId="948"/>
          <ac:spMkLst>
            <pc:docMk/>
            <pc:sldMk cId="2958475976" sldId="286"/>
            <ac:spMk id="8" creationId="{5DCACC7C-1D91-ABA0-50AF-129BB3079F92}"/>
          </ac:spMkLst>
        </pc:spChg>
        <pc:picChg chg="add mod">
          <ac:chgData name="Daniel Agbogidi" userId="e0f5edde3173dd4e" providerId="LiveId" clId="{502729D8-E8FF-4FF0-9DC9-E8882DDD285A}" dt="2026-10-06T05:08:44.554" v="234"/>
          <ac:picMkLst>
            <pc:docMk/>
            <pc:sldMk cId="2958475976" sldId="286"/>
            <ac:picMk id="3" creationId="{F77CD1EF-2C7F-1329-7982-568029528A6F}"/>
          </ac:picMkLst>
        </pc:picChg>
      </pc:sldChg>
      <pc:sldChg chg="addSp delSp modSp add mod ord modNotes">
        <pc:chgData name="Daniel Agbogidi" userId="e0f5edde3173dd4e" providerId="LiveId" clId="{502729D8-E8FF-4FF0-9DC9-E8882DDD285A}" dt="2026-10-06T05:15:17.038" v="2636" actId="14100"/>
        <pc:sldMkLst>
          <pc:docMk/>
          <pc:sldMk cId="1788443929" sldId="287"/>
        </pc:sldMkLst>
        <pc:spChg chg="mod">
          <ac:chgData name="Daniel Agbogidi" userId="e0f5edde3173dd4e" providerId="LiveId" clId="{502729D8-E8FF-4FF0-9DC9-E8882DDD285A}" dt="2026-10-06T05:08:45.276" v="332" actId="20577"/>
          <ac:spMkLst>
            <pc:docMk/>
            <pc:sldMk cId="1788443929" sldId="287"/>
            <ac:spMk id="2" creationId="{EB7F9E35-9A1A-53C1-E266-491995C9F37B}"/>
          </ac:spMkLst>
        </pc:spChg>
        <pc:spChg chg="add mod">
          <ac:chgData name="Daniel Agbogidi" userId="e0f5edde3173dd4e" providerId="LiveId" clId="{502729D8-E8FF-4FF0-9DC9-E8882DDD285A}" dt="2026-10-06T05:08:45.332" v="337"/>
          <ac:spMkLst>
            <pc:docMk/>
            <pc:sldMk cId="1788443929" sldId="287"/>
            <ac:spMk id="3" creationId="{2778C176-2C17-3764-7F6C-AF8A5F98E812}"/>
          </ac:spMkLst>
        </pc:spChg>
        <pc:spChg chg="add mod">
          <ac:chgData name="Daniel Agbogidi" userId="e0f5edde3173dd4e" providerId="LiveId" clId="{502729D8-E8FF-4FF0-9DC9-E8882DDD285A}" dt="2026-10-06T05:08:45.381" v="363" actId="948"/>
          <ac:spMkLst>
            <pc:docMk/>
            <pc:sldMk cId="1788443929" sldId="287"/>
            <ac:spMk id="4" creationId="{C7474C6F-CAE9-591A-30D8-CD7F879E862B}"/>
          </ac:spMkLst>
        </pc:spChg>
        <pc:spChg chg="add mod">
          <ac:chgData name="Daniel Agbogidi" userId="e0f5edde3173dd4e" providerId="LiveId" clId="{502729D8-E8FF-4FF0-9DC9-E8882DDD285A}" dt="2026-10-06T05:08:45.415" v="384" actId="948"/>
          <ac:spMkLst>
            <pc:docMk/>
            <pc:sldMk cId="1788443929" sldId="287"/>
            <ac:spMk id="5" creationId="{06F35A1E-3896-87A5-F257-C4B4B0EEDCA9}"/>
          </ac:spMkLst>
        </pc:spChg>
        <pc:spChg chg="add mod">
          <ac:chgData name="Daniel Agbogidi" userId="e0f5edde3173dd4e" providerId="LiveId" clId="{502729D8-E8FF-4FF0-9DC9-E8882DDD285A}" dt="2026-10-06T05:08:45.450" v="405" actId="948"/>
          <ac:spMkLst>
            <pc:docMk/>
            <pc:sldMk cId="1788443929" sldId="287"/>
            <ac:spMk id="6" creationId="{4BBAF6DD-F5B0-C7FC-6E6C-BB4A141D776A}"/>
          </ac:spMkLst>
        </pc:spChg>
        <pc:spChg chg="add del mod">
          <ac:chgData name="Daniel Agbogidi" userId="e0f5edde3173dd4e" providerId="LiveId" clId="{502729D8-E8FF-4FF0-9DC9-E8882DDD285A}" dt="2026-10-06T05:15:17.038" v="2636" actId="14100"/>
          <ac:spMkLst>
            <pc:docMk/>
            <pc:sldMk cId="1788443929" sldId="287"/>
            <ac:spMk id="7" creationId="{C2EB870F-35B3-2850-58B1-2DAA20A6EAC5}"/>
          </ac:spMkLst>
        </pc:spChg>
        <pc:picChg chg="add del">
          <ac:chgData name="Daniel Agbogidi" userId="e0f5edde3173dd4e" providerId="LiveId" clId="{502729D8-E8FF-4FF0-9DC9-E8882DDD285A}" dt="2026-10-06T05:13:54.900" v="2628" actId="22"/>
          <ac:picMkLst>
            <pc:docMk/>
            <pc:sldMk cId="1788443929" sldId="287"/>
            <ac:picMk id="9" creationId="{DF10B7FD-41A6-ED50-B922-6AF1540C5C03}"/>
          </ac:picMkLst>
        </pc:picChg>
      </pc:sldChg>
      <pc:sldChg chg="addSp modSp add mod ord modNotes">
        <pc:chgData name="Daniel Agbogidi" userId="e0f5edde3173dd4e" providerId="LiveId" clId="{502729D8-E8FF-4FF0-9DC9-E8882DDD285A}" dt="2026-10-06T05:08:51.193" v="2607"/>
        <pc:sldMkLst>
          <pc:docMk/>
          <pc:sldMk cId="1480775662" sldId="288"/>
        </pc:sldMkLst>
        <pc:spChg chg="mod">
          <ac:chgData name="Daniel Agbogidi" userId="e0f5edde3173dd4e" providerId="LiveId" clId="{502729D8-E8FF-4FF0-9DC9-E8882DDD285A}" dt="2026-10-06T05:08:45.502" v="414" actId="20577"/>
          <ac:spMkLst>
            <pc:docMk/>
            <pc:sldMk cId="1480775662" sldId="288"/>
            <ac:spMk id="2" creationId="{B1B53D29-3E65-64E0-1F9B-CFA48931428F}"/>
          </ac:spMkLst>
        </pc:spChg>
        <pc:spChg chg="add mod">
          <ac:chgData name="Daniel Agbogidi" userId="e0f5edde3173dd4e" providerId="LiveId" clId="{502729D8-E8FF-4FF0-9DC9-E8882DDD285A}" dt="2026-10-06T05:08:45.550" v="425"/>
          <ac:spMkLst>
            <pc:docMk/>
            <pc:sldMk cId="1480775662" sldId="288"/>
            <ac:spMk id="3" creationId="{FB0E4DD6-8580-FE95-8371-51539E7C8608}"/>
          </ac:spMkLst>
        </pc:spChg>
        <pc:spChg chg="add mod">
          <ac:chgData name="Daniel Agbogidi" userId="e0f5edde3173dd4e" providerId="LiveId" clId="{502729D8-E8FF-4FF0-9DC9-E8882DDD285A}" dt="2026-10-06T05:08:45.598" v="439"/>
          <ac:spMkLst>
            <pc:docMk/>
            <pc:sldMk cId="1480775662" sldId="288"/>
            <ac:spMk id="4" creationId="{DB5185C4-5B65-F9B7-FC9C-E2884458A0E2}"/>
          </ac:spMkLst>
        </pc:spChg>
        <pc:spChg chg="add mod">
          <ac:chgData name="Daniel Agbogidi" userId="e0f5edde3173dd4e" providerId="LiveId" clId="{502729D8-E8FF-4FF0-9DC9-E8882DDD285A}" dt="2026-10-06T05:08:45.701" v="465" actId="948"/>
          <ac:spMkLst>
            <pc:docMk/>
            <pc:sldMk cId="1480775662" sldId="288"/>
            <ac:spMk id="5" creationId="{7913E654-B1A2-FC3C-ECE3-9CF32355C880}"/>
          </ac:spMkLst>
        </pc:spChg>
        <pc:spChg chg="add mod">
          <ac:chgData name="Daniel Agbogidi" userId="e0f5edde3173dd4e" providerId="LiveId" clId="{502729D8-E8FF-4FF0-9DC9-E8882DDD285A}" dt="2026-10-06T05:08:45.717" v="476"/>
          <ac:spMkLst>
            <pc:docMk/>
            <pc:sldMk cId="1480775662" sldId="288"/>
            <ac:spMk id="6" creationId="{88BD8B3B-230E-E1E3-3B38-3271A94B9E08}"/>
          </ac:spMkLst>
        </pc:spChg>
        <pc:spChg chg="add mod">
          <ac:chgData name="Daniel Agbogidi" userId="e0f5edde3173dd4e" providerId="LiveId" clId="{502729D8-E8FF-4FF0-9DC9-E8882DDD285A}" dt="2026-10-06T05:08:45.756" v="490"/>
          <ac:spMkLst>
            <pc:docMk/>
            <pc:sldMk cId="1480775662" sldId="288"/>
            <ac:spMk id="7" creationId="{1824B8FB-31F7-3D5D-76B7-BC76F4A24A62}"/>
          </ac:spMkLst>
        </pc:spChg>
        <pc:spChg chg="add mod">
          <ac:chgData name="Daniel Agbogidi" userId="e0f5edde3173dd4e" providerId="LiveId" clId="{502729D8-E8FF-4FF0-9DC9-E8882DDD285A}" dt="2026-10-06T05:08:45.816" v="516" actId="948"/>
          <ac:spMkLst>
            <pc:docMk/>
            <pc:sldMk cId="1480775662" sldId="288"/>
            <ac:spMk id="8" creationId="{4DDDCD85-B71A-F974-9E3C-6BE5E3307133}"/>
          </ac:spMkLst>
        </pc:spChg>
        <pc:spChg chg="add mod">
          <ac:chgData name="Daniel Agbogidi" userId="e0f5edde3173dd4e" providerId="LiveId" clId="{502729D8-E8FF-4FF0-9DC9-E8882DDD285A}" dt="2026-10-06T05:08:45.837" v="527"/>
          <ac:spMkLst>
            <pc:docMk/>
            <pc:sldMk cId="1480775662" sldId="288"/>
            <ac:spMk id="9" creationId="{FE5289B6-B408-6F12-AF45-5D630B66D661}"/>
          </ac:spMkLst>
        </pc:spChg>
        <pc:spChg chg="add mod">
          <ac:chgData name="Daniel Agbogidi" userId="e0f5edde3173dd4e" providerId="LiveId" clId="{502729D8-E8FF-4FF0-9DC9-E8882DDD285A}" dt="2026-10-06T05:08:45.870" v="541"/>
          <ac:spMkLst>
            <pc:docMk/>
            <pc:sldMk cId="1480775662" sldId="288"/>
            <ac:spMk id="10" creationId="{A82D1AE3-3089-D836-81EA-DA151D5B74D0}"/>
          </ac:spMkLst>
        </pc:spChg>
        <pc:spChg chg="add mod">
          <ac:chgData name="Daniel Agbogidi" userId="e0f5edde3173dd4e" providerId="LiveId" clId="{502729D8-E8FF-4FF0-9DC9-E8882DDD285A}" dt="2026-10-06T05:08:45.918" v="567" actId="948"/>
          <ac:spMkLst>
            <pc:docMk/>
            <pc:sldMk cId="1480775662" sldId="288"/>
            <ac:spMk id="11" creationId="{A8FB7725-C3E9-DAB2-2D7E-B1BFC0AB044C}"/>
          </ac:spMkLst>
        </pc:spChg>
      </pc:sldChg>
      <pc:sldChg chg="addSp modSp add mod ord modNotes">
        <pc:chgData name="Daniel Agbogidi" userId="e0f5edde3173dd4e" providerId="LiveId" clId="{502729D8-E8FF-4FF0-9DC9-E8882DDD285A}" dt="2026-10-06T05:16:05.898" v="2637" actId="14826"/>
        <pc:sldMkLst>
          <pc:docMk/>
          <pc:sldMk cId="1580754627" sldId="289"/>
        </pc:sldMkLst>
        <pc:spChg chg="mod">
          <ac:chgData name="Daniel Agbogidi" userId="e0f5edde3173dd4e" providerId="LiveId" clId="{502729D8-E8FF-4FF0-9DC9-E8882DDD285A}" dt="2026-10-06T05:08:45.939" v="570" actId="20577"/>
          <ac:spMkLst>
            <pc:docMk/>
            <pc:sldMk cId="1580754627" sldId="289"/>
            <ac:spMk id="2" creationId="{CC64977F-6A49-5CB7-1BD5-EA6EB9AB83BD}"/>
          </ac:spMkLst>
        </pc:spChg>
        <pc:spChg chg="add mod">
          <ac:chgData name="Daniel Agbogidi" userId="e0f5edde3173dd4e" providerId="LiveId" clId="{502729D8-E8FF-4FF0-9DC9-E8882DDD285A}" dt="2026-10-06T05:08:45.975" v="591" actId="948"/>
          <ac:spMkLst>
            <pc:docMk/>
            <pc:sldMk cId="1580754627" sldId="289"/>
            <ac:spMk id="3" creationId="{9C57E764-7E75-3CC2-C462-E7DFDC30544B}"/>
          </ac:spMkLst>
        </pc:spChg>
        <pc:spChg chg="add mod">
          <ac:chgData name="Daniel Agbogidi" userId="e0f5edde3173dd4e" providerId="LiveId" clId="{502729D8-E8FF-4FF0-9DC9-E8882DDD285A}" dt="2026-10-06T05:08:45.983" v="596"/>
          <ac:spMkLst>
            <pc:docMk/>
            <pc:sldMk cId="1580754627" sldId="289"/>
            <ac:spMk id="4" creationId="{810491F4-2D75-B75C-2C7D-EC2C6721AE39}"/>
          </ac:spMkLst>
        </pc:spChg>
        <pc:spChg chg="add mod">
          <ac:chgData name="Daniel Agbogidi" userId="e0f5edde3173dd4e" providerId="LiveId" clId="{502729D8-E8FF-4FF0-9DC9-E8882DDD285A}" dt="2026-10-06T05:08:46.019" v="610"/>
          <ac:spMkLst>
            <pc:docMk/>
            <pc:sldMk cId="1580754627" sldId="289"/>
            <ac:spMk id="5" creationId="{88846D7A-B79F-6CB6-0475-87EC49AB03F6}"/>
          </ac:spMkLst>
        </pc:spChg>
        <pc:spChg chg="add mod">
          <ac:chgData name="Daniel Agbogidi" userId="e0f5edde3173dd4e" providerId="LiveId" clId="{502729D8-E8FF-4FF0-9DC9-E8882DDD285A}" dt="2026-10-06T05:08:46.067" v="634" actId="947"/>
          <ac:spMkLst>
            <pc:docMk/>
            <pc:sldMk cId="1580754627" sldId="289"/>
            <ac:spMk id="6" creationId="{912932F0-CB54-7658-7320-7DF00AEE8562}"/>
          </ac:spMkLst>
        </pc:spChg>
        <pc:spChg chg="add mod">
          <ac:chgData name="Daniel Agbogidi" userId="e0f5edde3173dd4e" providerId="LiveId" clId="{502729D8-E8FF-4FF0-9DC9-E8882DDD285A}" dt="2026-10-06T05:08:46.082" v="639"/>
          <ac:spMkLst>
            <pc:docMk/>
            <pc:sldMk cId="1580754627" sldId="289"/>
            <ac:spMk id="7" creationId="{BBBD38C5-F729-93BA-13BB-9022C6C117D7}"/>
          </ac:spMkLst>
        </pc:spChg>
        <pc:spChg chg="add mod">
          <ac:chgData name="Daniel Agbogidi" userId="e0f5edde3173dd4e" providerId="LiveId" clId="{502729D8-E8FF-4FF0-9DC9-E8882DDD285A}" dt="2026-10-06T05:08:46.103" v="653"/>
          <ac:spMkLst>
            <pc:docMk/>
            <pc:sldMk cId="1580754627" sldId="289"/>
            <ac:spMk id="8" creationId="{81D5D4DC-F384-B094-18F3-7BE050482F61}"/>
          </ac:spMkLst>
        </pc:spChg>
        <pc:spChg chg="add mod">
          <ac:chgData name="Daniel Agbogidi" userId="e0f5edde3173dd4e" providerId="LiveId" clId="{502729D8-E8FF-4FF0-9DC9-E8882DDD285A}" dt="2026-10-06T05:08:46.159" v="677" actId="947"/>
          <ac:spMkLst>
            <pc:docMk/>
            <pc:sldMk cId="1580754627" sldId="289"/>
            <ac:spMk id="9" creationId="{10082952-75AE-1F49-175D-D502250CA711}"/>
          </ac:spMkLst>
        </pc:spChg>
        <pc:spChg chg="add mod">
          <ac:chgData name="Daniel Agbogidi" userId="e0f5edde3173dd4e" providerId="LiveId" clId="{502729D8-E8FF-4FF0-9DC9-E8882DDD285A}" dt="2026-10-06T05:08:46.173" v="682"/>
          <ac:spMkLst>
            <pc:docMk/>
            <pc:sldMk cId="1580754627" sldId="289"/>
            <ac:spMk id="10" creationId="{74806962-B5D6-B71C-8C63-A8BA43C78FD9}"/>
          </ac:spMkLst>
        </pc:spChg>
        <pc:spChg chg="add mod">
          <ac:chgData name="Daniel Agbogidi" userId="e0f5edde3173dd4e" providerId="LiveId" clId="{502729D8-E8FF-4FF0-9DC9-E8882DDD285A}" dt="2026-10-06T05:08:46.198" v="696"/>
          <ac:spMkLst>
            <pc:docMk/>
            <pc:sldMk cId="1580754627" sldId="289"/>
            <ac:spMk id="11" creationId="{BED77A6A-38D4-2A4D-5B03-4D63A2B05D5A}"/>
          </ac:spMkLst>
        </pc:spChg>
        <pc:spChg chg="add mod">
          <ac:chgData name="Daniel Agbogidi" userId="e0f5edde3173dd4e" providerId="LiveId" clId="{502729D8-E8FF-4FF0-9DC9-E8882DDD285A}" dt="2026-10-06T05:08:46.249" v="720" actId="947"/>
          <ac:spMkLst>
            <pc:docMk/>
            <pc:sldMk cId="1580754627" sldId="289"/>
            <ac:spMk id="12" creationId="{05267CF2-695F-F67F-B587-E28F4E613BC4}"/>
          </ac:spMkLst>
        </pc:spChg>
        <pc:spChg chg="add mod">
          <ac:chgData name="Daniel Agbogidi" userId="e0f5edde3173dd4e" providerId="LiveId" clId="{502729D8-E8FF-4FF0-9DC9-E8882DDD285A}" dt="2026-10-06T05:16:05.898" v="2637" actId="14826"/>
          <ac:spMkLst>
            <pc:docMk/>
            <pc:sldMk cId="1580754627" sldId="289"/>
            <ac:spMk id="13" creationId="{B62C06D6-3F5E-4F20-D0EE-CB20A0EF822A}"/>
          </ac:spMkLst>
        </pc:spChg>
      </pc:sldChg>
      <pc:sldChg chg="addSp modSp add mod ord modNotes">
        <pc:chgData name="Daniel Agbogidi" userId="e0f5edde3173dd4e" providerId="LiveId" clId="{502729D8-E8FF-4FF0-9DC9-E8882DDD285A}" dt="2026-10-06T05:21:16.086" v="2684" actId="1076"/>
        <pc:sldMkLst>
          <pc:docMk/>
          <pc:sldMk cId="1781248811" sldId="290"/>
        </pc:sldMkLst>
        <pc:spChg chg="mod">
          <ac:chgData name="Daniel Agbogidi" userId="e0f5edde3173dd4e" providerId="LiveId" clId="{502729D8-E8FF-4FF0-9DC9-E8882DDD285A}" dt="2026-10-06T05:08:46.309" v="729" actId="20577"/>
          <ac:spMkLst>
            <pc:docMk/>
            <pc:sldMk cId="1781248811" sldId="290"/>
            <ac:spMk id="2" creationId="{31A2BE2B-81BA-EBD4-3E73-3854181E00D4}"/>
          </ac:spMkLst>
        </pc:spChg>
        <pc:spChg chg="add mod">
          <ac:chgData name="Daniel Agbogidi" userId="e0f5edde3173dd4e" providerId="LiveId" clId="{502729D8-E8FF-4FF0-9DC9-E8882DDD285A}" dt="2026-10-06T05:08:46.339" v="750" actId="948"/>
          <ac:spMkLst>
            <pc:docMk/>
            <pc:sldMk cId="1781248811" sldId="290"/>
            <ac:spMk id="3" creationId="{8AB981FC-BF33-4F00-910D-607CF0A811F3}"/>
          </ac:spMkLst>
        </pc:spChg>
        <pc:spChg chg="add mod">
          <ac:chgData name="Daniel Agbogidi" userId="e0f5edde3173dd4e" providerId="LiveId" clId="{502729D8-E8FF-4FF0-9DC9-E8882DDD285A}" dt="2026-10-06T05:08:46.370" v="761"/>
          <ac:spMkLst>
            <pc:docMk/>
            <pc:sldMk cId="1781248811" sldId="290"/>
            <ac:spMk id="4" creationId="{F2936FC6-AEDF-E3AF-5E5A-FFB5CA04833B}"/>
          </ac:spMkLst>
        </pc:spChg>
        <pc:spChg chg="add mod">
          <ac:chgData name="Daniel Agbogidi" userId="e0f5edde3173dd4e" providerId="LiveId" clId="{502729D8-E8FF-4FF0-9DC9-E8882DDD285A}" dt="2026-10-06T05:08:46.415" v="785" actId="947"/>
          <ac:spMkLst>
            <pc:docMk/>
            <pc:sldMk cId="1781248811" sldId="290"/>
            <ac:spMk id="5" creationId="{DBE47A9A-2F2E-D258-BD45-7933FAB951C2}"/>
          </ac:spMkLst>
        </pc:spChg>
        <pc:spChg chg="add mod">
          <ac:chgData name="Daniel Agbogidi" userId="e0f5edde3173dd4e" providerId="LiveId" clId="{502729D8-E8FF-4FF0-9DC9-E8882DDD285A}" dt="2026-10-06T05:08:46.446" v="796"/>
          <ac:spMkLst>
            <pc:docMk/>
            <pc:sldMk cId="1781248811" sldId="290"/>
            <ac:spMk id="6" creationId="{576CC543-E497-62ED-DB63-95B2D77A883A}"/>
          </ac:spMkLst>
        </pc:spChg>
        <pc:spChg chg="add mod">
          <ac:chgData name="Daniel Agbogidi" userId="e0f5edde3173dd4e" providerId="LiveId" clId="{502729D8-E8FF-4FF0-9DC9-E8882DDD285A}" dt="2026-10-06T05:08:46.487" v="820" actId="947"/>
          <ac:spMkLst>
            <pc:docMk/>
            <pc:sldMk cId="1781248811" sldId="290"/>
            <ac:spMk id="7" creationId="{1A3D3521-C8E4-7F84-9BF1-C27995444FF1}"/>
          </ac:spMkLst>
        </pc:spChg>
        <pc:spChg chg="add mod">
          <ac:chgData name="Daniel Agbogidi" userId="e0f5edde3173dd4e" providerId="LiveId" clId="{502729D8-E8FF-4FF0-9DC9-E8882DDD285A}" dt="2026-10-06T05:08:46.503" v="825"/>
          <ac:spMkLst>
            <pc:docMk/>
            <pc:sldMk cId="1781248811" sldId="290"/>
            <ac:spMk id="8" creationId="{A929C4FB-8894-6B0C-0109-A1D51FA99A83}"/>
          </ac:spMkLst>
        </pc:spChg>
        <pc:spChg chg="add mod">
          <ac:chgData name="Daniel Agbogidi" userId="e0f5edde3173dd4e" providerId="LiveId" clId="{502729D8-E8FF-4FF0-9DC9-E8882DDD285A}" dt="2026-10-06T05:08:46.546" v="849" actId="947"/>
          <ac:spMkLst>
            <pc:docMk/>
            <pc:sldMk cId="1781248811" sldId="290"/>
            <ac:spMk id="9" creationId="{326C01D3-3DE6-FE81-E077-7584A75E461F}"/>
          </ac:spMkLst>
        </pc:spChg>
        <pc:spChg chg="add mod">
          <ac:chgData name="Daniel Agbogidi" userId="e0f5edde3173dd4e" providerId="LiveId" clId="{502729D8-E8FF-4FF0-9DC9-E8882DDD285A}" dt="2026-10-06T05:19:47.830" v="2659" actId="1036"/>
          <ac:spMkLst>
            <pc:docMk/>
            <pc:sldMk cId="1781248811" sldId="290"/>
            <ac:spMk id="10" creationId="{1718416B-594D-8D01-BA4B-5EFEF8487B14}"/>
          </ac:spMkLst>
        </pc:spChg>
        <pc:picChg chg="add mod">
          <ac:chgData name="Daniel Agbogidi" userId="e0f5edde3173dd4e" providerId="LiveId" clId="{502729D8-E8FF-4FF0-9DC9-E8882DDD285A}" dt="2026-10-06T05:20:09.429" v="2667" actId="1076"/>
          <ac:picMkLst>
            <pc:docMk/>
            <pc:sldMk cId="1781248811" sldId="290"/>
            <ac:picMk id="11" creationId="{A8636A63-2193-508A-35A0-0C0234CD5DF2}"/>
          </ac:picMkLst>
        </pc:picChg>
        <pc:picChg chg="add mod">
          <ac:chgData name="Daniel Agbogidi" userId="e0f5edde3173dd4e" providerId="LiveId" clId="{502729D8-E8FF-4FF0-9DC9-E8882DDD285A}" dt="2026-10-06T05:20:49.143" v="2676" actId="1076"/>
          <ac:picMkLst>
            <pc:docMk/>
            <pc:sldMk cId="1781248811" sldId="290"/>
            <ac:picMk id="12" creationId="{4D050A36-965B-500E-6486-24698C79BF52}"/>
          </ac:picMkLst>
        </pc:picChg>
        <pc:picChg chg="add mod">
          <ac:chgData name="Daniel Agbogidi" userId="e0f5edde3173dd4e" providerId="LiveId" clId="{502729D8-E8FF-4FF0-9DC9-E8882DDD285A}" dt="2026-10-06T05:21:16.086" v="2684" actId="1076"/>
          <ac:picMkLst>
            <pc:docMk/>
            <pc:sldMk cId="1781248811" sldId="290"/>
            <ac:picMk id="13" creationId="{C2D1C51B-F5E7-6F0F-872B-FE9020E2D1B1}"/>
          </ac:picMkLst>
        </pc:picChg>
      </pc:sldChg>
      <pc:sldChg chg="addSp delSp modSp add mod ord modNotes">
        <pc:chgData name="Daniel Agbogidi" userId="e0f5edde3173dd4e" providerId="LiveId" clId="{502729D8-E8FF-4FF0-9DC9-E8882DDD285A}" dt="2026-10-06T05:16:54.227" v="2647" actId="1076"/>
        <pc:sldMkLst>
          <pc:docMk/>
          <pc:sldMk cId="2116956847" sldId="291"/>
        </pc:sldMkLst>
        <pc:spChg chg="mod">
          <ac:chgData name="Daniel Agbogidi" userId="e0f5edde3173dd4e" providerId="LiveId" clId="{502729D8-E8FF-4FF0-9DC9-E8882DDD285A}" dt="2026-10-06T05:08:46.600" v="873" actId="20577"/>
          <ac:spMkLst>
            <pc:docMk/>
            <pc:sldMk cId="2116956847" sldId="291"/>
            <ac:spMk id="2" creationId="{7D5A4169-F3D1-2D98-1636-6459A11D2372}"/>
          </ac:spMkLst>
        </pc:spChg>
        <pc:spChg chg="add mod">
          <ac:chgData name="Daniel Agbogidi" userId="e0f5edde3173dd4e" providerId="LiveId" clId="{502729D8-E8FF-4FF0-9DC9-E8882DDD285A}" dt="2026-10-06T05:08:46.629" v="894" actId="948"/>
          <ac:spMkLst>
            <pc:docMk/>
            <pc:sldMk cId="2116956847" sldId="291"/>
            <ac:spMk id="3" creationId="{3371B382-22EA-F9C7-E30C-15861F368237}"/>
          </ac:spMkLst>
        </pc:spChg>
        <pc:spChg chg="add mod">
          <ac:chgData name="Daniel Agbogidi" userId="e0f5edde3173dd4e" providerId="LiveId" clId="{502729D8-E8FF-4FF0-9DC9-E8882DDD285A}" dt="2026-10-06T05:08:46.653" v="915" actId="948"/>
          <ac:spMkLst>
            <pc:docMk/>
            <pc:sldMk cId="2116956847" sldId="291"/>
            <ac:spMk id="4" creationId="{AE2CDB94-0539-63D1-3558-64C6D10C3BB6}"/>
          </ac:spMkLst>
        </pc:spChg>
        <pc:spChg chg="add mod">
          <ac:chgData name="Daniel Agbogidi" userId="e0f5edde3173dd4e" providerId="LiveId" clId="{502729D8-E8FF-4FF0-9DC9-E8882DDD285A}" dt="2026-10-06T05:08:46.693" v="929"/>
          <ac:spMkLst>
            <pc:docMk/>
            <pc:sldMk cId="2116956847" sldId="291"/>
            <ac:spMk id="5" creationId="{093CE886-C5F6-0045-649C-DBA9DC0DA004}"/>
          </ac:spMkLst>
        </pc:spChg>
        <pc:spChg chg="add mod">
          <ac:chgData name="Daniel Agbogidi" userId="e0f5edde3173dd4e" providerId="LiveId" clId="{502729D8-E8FF-4FF0-9DC9-E8882DDD285A}" dt="2026-10-06T05:08:46.761" v="953" actId="947"/>
          <ac:spMkLst>
            <pc:docMk/>
            <pc:sldMk cId="2116956847" sldId="291"/>
            <ac:spMk id="6" creationId="{50AB1263-B550-5D85-ED0C-564944A4C083}"/>
          </ac:spMkLst>
        </pc:spChg>
        <pc:spChg chg="add mod">
          <ac:chgData name="Daniel Agbogidi" userId="e0f5edde3173dd4e" providerId="LiveId" clId="{502729D8-E8FF-4FF0-9DC9-E8882DDD285A}" dt="2026-10-06T05:08:46.789" v="967"/>
          <ac:spMkLst>
            <pc:docMk/>
            <pc:sldMk cId="2116956847" sldId="291"/>
            <ac:spMk id="7" creationId="{185C7929-ADAB-B91F-C92F-E1A44F2C2BFA}"/>
          </ac:spMkLst>
        </pc:spChg>
        <pc:spChg chg="add mod">
          <ac:chgData name="Daniel Agbogidi" userId="e0f5edde3173dd4e" providerId="LiveId" clId="{502729D8-E8FF-4FF0-9DC9-E8882DDD285A}" dt="2026-10-06T05:08:46.822" v="991" actId="947"/>
          <ac:spMkLst>
            <pc:docMk/>
            <pc:sldMk cId="2116956847" sldId="291"/>
            <ac:spMk id="8" creationId="{5216C136-F73F-89CB-48FB-D4B4F0F5D490}"/>
          </ac:spMkLst>
        </pc:spChg>
        <pc:spChg chg="add mod">
          <ac:chgData name="Daniel Agbogidi" userId="e0f5edde3173dd4e" providerId="LiveId" clId="{502729D8-E8FF-4FF0-9DC9-E8882DDD285A}" dt="2026-10-06T05:08:46.853" v="1005"/>
          <ac:spMkLst>
            <pc:docMk/>
            <pc:sldMk cId="2116956847" sldId="291"/>
            <ac:spMk id="9" creationId="{C6168168-B6D0-41A9-8D5E-FEB1A47747EB}"/>
          </ac:spMkLst>
        </pc:spChg>
        <pc:spChg chg="add mod">
          <ac:chgData name="Daniel Agbogidi" userId="e0f5edde3173dd4e" providerId="LiveId" clId="{502729D8-E8FF-4FF0-9DC9-E8882DDD285A}" dt="2026-10-06T05:08:46.907" v="1029" actId="947"/>
          <ac:spMkLst>
            <pc:docMk/>
            <pc:sldMk cId="2116956847" sldId="291"/>
            <ac:spMk id="10" creationId="{AE693A32-A22C-19AF-A67E-FBF217C979DE}"/>
          </ac:spMkLst>
        </pc:spChg>
        <pc:spChg chg="add mod">
          <ac:chgData name="Daniel Agbogidi" userId="e0f5edde3173dd4e" providerId="LiveId" clId="{502729D8-E8FF-4FF0-9DC9-E8882DDD285A}" dt="2026-10-06T05:16:54.227" v="2647" actId="1076"/>
          <ac:spMkLst>
            <pc:docMk/>
            <pc:sldMk cId="2116956847" sldId="291"/>
            <ac:spMk id="11" creationId="{377E49BC-88D6-5365-58F0-F7E04CA439C6}"/>
          </ac:spMkLst>
        </pc:spChg>
        <pc:picChg chg="add del">
          <ac:chgData name="Daniel Agbogidi" userId="e0f5edde3173dd4e" providerId="LiveId" clId="{502729D8-E8FF-4FF0-9DC9-E8882DDD285A}" dt="2026-10-06T05:16:27.513" v="2639" actId="22"/>
          <ac:picMkLst>
            <pc:docMk/>
            <pc:sldMk cId="2116956847" sldId="291"/>
            <ac:picMk id="13" creationId="{7F6120A5-2E70-58DB-91A5-42D936A585A0}"/>
          </ac:picMkLst>
        </pc:picChg>
      </pc:sldChg>
      <pc:sldChg chg="addSp modSp add mod ord modNotes">
        <pc:chgData name="Daniel Agbogidi" userId="e0f5edde3173dd4e" providerId="LiveId" clId="{502729D8-E8FF-4FF0-9DC9-E8882DDD285A}" dt="2026-10-06T05:08:51.197" v="2611"/>
        <pc:sldMkLst>
          <pc:docMk/>
          <pc:sldMk cId="2135056289" sldId="292"/>
        </pc:sldMkLst>
        <pc:spChg chg="mod">
          <ac:chgData name="Daniel Agbogidi" userId="e0f5edde3173dd4e" providerId="LiveId" clId="{502729D8-E8FF-4FF0-9DC9-E8882DDD285A}" dt="2026-10-06T05:08:46.955" v="1038" actId="20577"/>
          <ac:spMkLst>
            <pc:docMk/>
            <pc:sldMk cId="2135056289" sldId="292"/>
            <ac:spMk id="2" creationId="{FD1E2B5B-F195-CD58-4C21-A4DBB7FC5504}"/>
          </ac:spMkLst>
        </pc:spChg>
        <pc:spChg chg="add mod">
          <ac:chgData name="Daniel Agbogidi" userId="e0f5edde3173dd4e" providerId="LiveId" clId="{502729D8-E8FF-4FF0-9DC9-E8882DDD285A}" dt="2026-10-06T05:08:46.997" v="1059" actId="948"/>
          <ac:spMkLst>
            <pc:docMk/>
            <pc:sldMk cId="2135056289" sldId="292"/>
            <ac:spMk id="3" creationId="{EC847075-9108-3C39-37E4-FE853A159B49}"/>
          </ac:spMkLst>
        </pc:spChg>
        <pc:spChg chg="add mod">
          <ac:chgData name="Daniel Agbogidi" userId="e0f5edde3173dd4e" providerId="LiveId" clId="{502729D8-E8FF-4FF0-9DC9-E8882DDD285A}" dt="2026-10-06T05:08:47.092" v="1080" actId="948"/>
          <ac:spMkLst>
            <pc:docMk/>
            <pc:sldMk cId="2135056289" sldId="292"/>
            <ac:spMk id="4" creationId="{80AE4DA6-763E-1B99-933D-C41979C5822A}"/>
          </ac:spMkLst>
        </pc:spChg>
        <pc:spChg chg="add mod">
          <ac:chgData name="Daniel Agbogidi" userId="e0f5edde3173dd4e" providerId="LiveId" clId="{502729D8-E8FF-4FF0-9DC9-E8882DDD285A}" dt="2026-10-06T05:08:47.119" v="1091"/>
          <ac:spMkLst>
            <pc:docMk/>
            <pc:sldMk cId="2135056289" sldId="292"/>
            <ac:spMk id="5" creationId="{B16531D3-81B2-7044-19E5-8B54DEAF9061}"/>
          </ac:spMkLst>
        </pc:spChg>
        <pc:spChg chg="add mod">
          <ac:chgData name="Daniel Agbogidi" userId="e0f5edde3173dd4e" providerId="LiveId" clId="{502729D8-E8FF-4FF0-9DC9-E8882DDD285A}" dt="2026-10-06T05:08:47.135" v="1105"/>
          <ac:spMkLst>
            <pc:docMk/>
            <pc:sldMk cId="2135056289" sldId="292"/>
            <ac:spMk id="6" creationId="{F2AA42E7-7208-96F1-9CCE-5AB67901DD22}"/>
          </ac:spMkLst>
        </pc:spChg>
        <pc:spChg chg="add mod">
          <ac:chgData name="Daniel Agbogidi" userId="e0f5edde3173dd4e" providerId="LiveId" clId="{502729D8-E8FF-4FF0-9DC9-E8882DDD285A}" dt="2026-10-06T05:08:47.169" v="1126" actId="948"/>
          <ac:spMkLst>
            <pc:docMk/>
            <pc:sldMk cId="2135056289" sldId="292"/>
            <ac:spMk id="7" creationId="{40378673-EF4D-9D47-BBF4-8F8DD9A7E930}"/>
          </ac:spMkLst>
        </pc:spChg>
        <pc:spChg chg="add mod">
          <ac:chgData name="Daniel Agbogidi" userId="e0f5edde3173dd4e" providerId="LiveId" clId="{502729D8-E8FF-4FF0-9DC9-E8882DDD285A}" dt="2026-10-06T05:08:47.192" v="1129"/>
          <ac:spMkLst>
            <pc:docMk/>
            <pc:sldMk cId="2135056289" sldId="292"/>
            <ac:spMk id="8" creationId="{CA3BA856-3211-AAF1-F492-0E03E6AB0FB2}"/>
          </ac:spMkLst>
        </pc:spChg>
        <pc:spChg chg="add mod">
          <ac:chgData name="Daniel Agbogidi" userId="e0f5edde3173dd4e" providerId="LiveId" clId="{502729D8-E8FF-4FF0-9DC9-E8882DDD285A}" dt="2026-10-06T05:08:47.222" v="1150" actId="948"/>
          <ac:spMkLst>
            <pc:docMk/>
            <pc:sldMk cId="2135056289" sldId="292"/>
            <ac:spMk id="9" creationId="{C49D5C6C-CEF5-D4D6-B01B-4DE59B9C417D}"/>
          </ac:spMkLst>
        </pc:spChg>
        <pc:spChg chg="add mod">
          <ac:chgData name="Daniel Agbogidi" userId="e0f5edde3173dd4e" providerId="LiveId" clId="{502729D8-E8FF-4FF0-9DC9-E8882DDD285A}" dt="2026-10-06T05:08:47.251" v="1161"/>
          <ac:spMkLst>
            <pc:docMk/>
            <pc:sldMk cId="2135056289" sldId="292"/>
            <ac:spMk id="10" creationId="{5DD5BC0D-12ED-0CE4-1970-ED28CFC97A04}"/>
          </ac:spMkLst>
        </pc:spChg>
        <pc:spChg chg="add mod">
          <ac:chgData name="Daniel Agbogidi" userId="e0f5edde3173dd4e" providerId="LiveId" clId="{502729D8-E8FF-4FF0-9DC9-E8882DDD285A}" dt="2026-10-06T05:08:47.282" v="1175"/>
          <ac:spMkLst>
            <pc:docMk/>
            <pc:sldMk cId="2135056289" sldId="292"/>
            <ac:spMk id="11" creationId="{6221D2F8-6105-DE3E-CC79-4830C7380C8D}"/>
          </ac:spMkLst>
        </pc:spChg>
        <pc:spChg chg="add mod">
          <ac:chgData name="Daniel Agbogidi" userId="e0f5edde3173dd4e" providerId="LiveId" clId="{502729D8-E8FF-4FF0-9DC9-E8882DDD285A}" dt="2026-10-06T05:08:47.304" v="1196" actId="948"/>
          <ac:spMkLst>
            <pc:docMk/>
            <pc:sldMk cId="2135056289" sldId="292"/>
            <ac:spMk id="12" creationId="{20773791-A411-BF15-6402-0E90AEBE480E}"/>
          </ac:spMkLst>
        </pc:spChg>
        <pc:spChg chg="add mod">
          <ac:chgData name="Daniel Agbogidi" userId="e0f5edde3173dd4e" providerId="LiveId" clId="{502729D8-E8FF-4FF0-9DC9-E8882DDD285A}" dt="2026-10-06T05:08:47.320" v="1199"/>
          <ac:spMkLst>
            <pc:docMk/>
            <pc:sldMk cId="2135056289" sldId="292"/>
            <ac:spMk id="13" creationId="{748E594B-BE4B-3644-5EE6-6A471F759B27}"/>
          </ac:spMkLst>
        </pc:spChg>
        <pc:spChg chg="add mod">
          <ac:chgData name="Daniel Agbogidi" userId="e0f5edde3173dd4e" providerId="LiveId" clId="{502729D8-E8FF-4FF0-9DC9-E8882DDD285A}" dt="2026-10-06T05:08:47.346" v="1220" actId="948"/>
          <ac:spMkLst>
            <pc:docMk/>
            <pc:sldMk cId="2135056289" sldId="292"/>
            <ac:spMk id="14" creationId="{7AF2C6E4-BF10-CFE6-7A01-D3A5456A0635}"/>
          </ac:spMkLst>
        </pc:spChg>
        <pc:spChg chg="add mod">
          <ac:chgData name="Daniel Agbogidi" userId="e0f5edde3173dd4e" providerId="LiveId" clId="{502729D8-E8FF-4FF0-9DC9-E8882DDD285A}" dt="2026-10-06T05:08:47.371" v="1231"/>
          <ac:spMkLst>
            <pc:docMk/>
            <pc:sldMk cId="2135056289" sldId="292"/>
            <ac:spMk id="15" creationId="{C664AC9F-D6F8-0060-9EF0-AA1A3243F518}"/>
          </ac:spMkLst>
        </pc:spChg>
        <pc:spChg chg="add mod">
          <ac:chgData name="Daniel Agbogidi" userId="e0f5edde3173dd4e" providerId="LiveId" clId="{502729D8-E8FF-4FF0-9DC9-E8882DDD285A}" dt="2026-10-06T05:08:47.398" v="1245"/>
          <ac:spMkLst>
            <pc:docMk/>
            <pc:sldMk cId="2135056289" sldId="292"/>
            <ac:spMk id="16" creationId="{F1518324-3D2A-DF8D-C550-3E96DFFBA2B1}"/>
          </ac:spMkLst>
        </pc:spChg>
        <pc:spChg chg="add mod">
          <ac:chgData name="Daniel Agbogidi" userId="e0f5edde3173dd4e" providerId="LiveId" clId="{502729D8-E8FF-4FF0-9DC9-E8882DDD285A}" dt="2026-10-06T05:08:47.431" v="1266" actId="948"/>
          <ac:spMkLst>
            <pc:docMk/>
            <pc:sldMk cId="2135056289" sldId="292"/>
            <ac:spMk id="17" creationId="{7E4A0619-4BC6-0C74-3A80-50A7E508C5B8}"/>
          </ac:spMkLst>
        </pc:spChg>
        <pc:spChg chg="add mod">
          <ac:chgData name="Daniel Agbogidi" userId="e0f5edde3173dd4e" providerId="LiveId" clId="{502729D8-E8FF-4FF0-9DC9-E8882DDD285A}" dt="2026-10-06T05:08:47.439" v="1269"/>
          <ac:spMkLst>
            <pc:docMk/>
            <pc:sldMk cId="2135056289" sldId="292"/>
            <ac:spMk id="18" creationId="{A9A4AF89-3EEA-3B26-FA36-4E134B403DED}"/>
          </ac:spMkLst>
        </pc:spChg>
        <pc:spChg chg="add mod">
          <ac:chgData name="Daniel Agbogidi" userId="e0f5edde3173dd4e" providerId="LiveId" clId="{502729D8-E8FF-4FF0-9DC9-E8882DDD285A}" dt="2026-10-06T05:08:47.469" v="1290" actId="948"/>
          <ac:spMkLst>
            <pc:docMk/>
            <pc:sldMk cId="2135056289" sldId="292"/>
            <ac:spMk id="19" creationId="{D078B415-EECC-9571-0DB4-87EC72ECD04E}"/>
          </ac:spMkLst>
        </pc:spChg>
        <pc:spChg chg="add mod">
          <ac:chgData name="Daniel Agbogidi" userId="e0f5edde3173dd4e" providerId="LiveId" clId="{502729D8-E8FF-4FF0-9DC9-E8882DDD285A}" dt="2026-10-06T05:08:47.513" v="1301"/>
          <ac:spMkLst>
            <pc:docMk/>
            <pc:sldMk cId="2135056289" sldId="292"/>
            <ac:spMk id="20" creationId="{A63ED575-0A75-C44C-8FA7-2514B055AA6F}"/>
          </ac:spMkLst>
        </pc:spChg>
        <pc:spChg chg="add mod">
          <ac:chgData name="Daniel Agbogidi" userId="e0f5edde3173dd4e" providerId="LiveId" clId="{502729D8-E8FF-4FF0-9DC9-E8882DDD285A}" dt="2026-10-06T05:08:47.543" v="1315"/>
          <ac:spMkLst>
            <pc:docMk/>
            <pc:sldMk cId="2135056289" sldId="292"/>
            <ac:spMk id="21" creationId="{C1E5E047-EEE4-2D74-B9F7-134606B96089}"/>
          </ac:spMkLst>
        </pc:spChg>
        <pc:spChg chg="add mod">
          <ac:chgData name="Daniel Agbogidi" userId="e0f5edde3173dd4e" providerId="LiveId" clId="{502729D8-E8FF-4FF0-9DC9-E8882DDD285A}" dt="2026-10-06T05:08:47.580" v="1336" actId="948"/>
          <ac:spMkLst>
            <pc:docMk/>
            <pc:sldMk cId="2135056289" sldId="292"/>
            <ac:spMk id="22" creationId="{9EF9C208-9203-DD43-0CA7-9C8F49E31893}"/>
          </ac:spMkLst>
        </pc:spChg>
        <pc:spChg chg="add mod">
          <ac:chgData name="Daniel Agbogidi" userId="e0f5edde3173dd4e" providerId="LiveId" clId="{502729D8-E8FF-4FF0-9DC9-E8882DDD285A}" dt="2026-10-06T05:08:47.586" v="1339"/>
          <ac:spMkLst>
            <pc:docMk/>
            <pc:sldMk cId="2135056289" sldId="292"/>
            <ac:spMk id="23" creationId="{04D51DED-2DB1-A1BB-31BD-3C40512BE91F}"/>
          </ac:spMkLst>
        </pc:spChg>
        <pc:spChg chg="add mod">
          <ac:chgData name="Daniel Agbogidi" userId="e0f5edde3173dd4e" providerId="LiveId" clId="{502729D8-E8FF-4FF0-9DC9-E8882DDD285A}" dt="2026-10-06T05:08:47.626" v="1360" actId="948"/>
          <ac:spMkLst>
            <pc:docMk/>
            <pc:sldMk cId="2135056289" sldId="292"/>
            <ac:spMk id="24" creationId="{C72535F5-86EA-1723-6E8A-1E1935BA7B43}"/>
          </ac:spMkLst>
        </pc:spChg>
      </pc:sldChg>
      <pc:sldChg chg="addSp delSp modSp add mod ord modNotes">
        <pc:chgData name="Daniel Agbogidi" userId="e0f5edde3173dd4e" providerId="LiveId" clId="{502729D8-E8FF-4FF0-9DC9-E8882DDD285A}" dt="2026-10-06T05:29:03.577" v="2700" actId="14826"/>
        <pc:sldMkLst>
          <pc:docMk/>
          <pc:sldMk cId="3854746963" sldId="293"/>
        </pc:sldMkLst>
        <pc:spChg chg="mod">
          <ac:chgData name="Daniel Agbogidi" userId="e0f5edde3173dd4e" providerId="LiveId" clId="{502729D8-E8FF-4FF0-9DC9-E8882DDD285A}" dt="2026-10-06T05:08:47.657" v="1363" actId="20577"/>
          <ac:spMkLst>
            <pc:docMk/>
            <pc:sldMk cId="3854746963" sldId="293"/>
            <ac:spMk id="2" creationId="{59F85144-539A-1C12-B6F6-F2531E8568D9}"/>
          </ac:spMkLst>
        </pc:spChg>
        <pc:spChg chg="add mod">
          <ac:chgData name="Daniel Agbogidi" userId="e0f5edde3173dd4e" providerId="LiveId" clId="{502729D8-E8FF-4FF0-9DC9-E8882DDD285A}" dt="2026-10-06T05:08:47.682" v="1374"/>
          <ac:spMkLst>
            <pc:docMk/>
            <pc:sldMk cId="3854746963" sldId="293"/>
            <ac:spMk id="3" creationId="{36FF00C8-B8C8-93C7-D97D-54249389568A}"/>
          </ac:spMkLst>
        </pc:spChg>
        <pc:spChg chg="add mod">
          <ac:chgData name="Daniel Agbogidi" userId="e0f5edde3173dd4e" providerId="LiveId" clId="{502729D8-E8FF-4FF0-9DC9-E8882DDD285A}" dt="2026-10-06T05:08:47.706" v="1388"/>
          <ac:spMkLst>
            <pc:docMk/>
            <pc:sldMk cId="3854746963" sldId="293"/>
            <ac:spMk id="4" creationId="{3A49F8CF-CA7B-5646-2A49-B2E2DAB2FF84}"/>
          </ac:spMkLst>
        </pc:spChg>
        <pc:spChg chg="add mod">
          <ac:chgData name="Daniel Agbogidi" userId="e0f5edde3173dd4e" providerId="LiveId" clId="{502729D8-E8FF-4FF0-9DC9-E8882DDD285A}" dt="2026-10-06T05:08:47.782" v="1414" actId="948"/>
          <ac:spMkLst>
            <pc:docMk/>
            <pc:sldMk cId="3854746963" sldId="293"/>
            <ac:spMk id="5" creationId="{6A1496B4-E428-F483-E812-53F568F4E9C4}"/>
          </ac:spMkLst>
        </pc:spChg>
        <pc:spChg chg="add mod">
          <ac:chgData name="Daniel Agbogidi" userId="e0f5edde3173dd4e" providerId="LiveId" clId="{502729D8-E8FF-4FF0-9DC9-E8882DDD285A}" dt="2026-10-06T05:08:47.804" v="1425"/>
          <ac:spMkLst>
            <pc:docMk/>
            <pc:sldMk cId="3854746963" sldId="293"/>
            <ac:spMk id="6" creationId="{CA7464A4-D9AA-F358-C246-24DE29C48927}"/>
          </ac:spMkLst>
        </pc:spChg>
        <pc:spChg chg="add mod">
          <ac:chgData name="Daniel Agbogidi" userId="e0f5edde3173dd4e" providerId="LiveId" clId="{502729D8-E8FF-4FF0-9DC9-E8882DDD285A}" dt="2026-10-06T05:08:47.838" v="1439"/>
          <ac:spMkLst>
            <pc:docMk/>
            <pc:sldMk cId="3854746963" sldId="293"/>
            <ac:spMk id="7" creationId="{20E2F011-0DAE-AD09-3839-40EECE453606}"/>
          </ac:spMkLst>
        </pc:spChg>
        <pc:spChg chg="add mod">
          <ac:chgData name="Daniel Agbogidi" userId="e0f5edde3173dd4e" providerId="LiveId" clId="{502729D8-E8FF-4FF0-9DC9-E8882DDD285A}" dt="2026-10-06T05:08:47.894" v="1465" actId="948"/>
          <ac:spMkLst>
            <pc:docMk/>
            <pc:sldMk cId="3854746963" sldId="293"/>
            <ac:spMk id="8" creationId="{93F6301C-C5B4-0FE8-192E-FD9A69908688}"/>
          </ac:spMkLst>
        </pc:spChg>
        <pc:spChg chg="add mod">
          <ac:chgData name="Daniel Agbogidi" userId="e0f5edde3173dd4e" providerId="LiveId" clId="{502729D8-E8FF-4FF0-9DC9-E8882DDD285A}" dt="2026-10-06T05:08:47.920" v="1476"/>
          <ac:spMkLst>
            <pc:docMk/>
            <pc:sldMk cId="3854746963" sldId="293"/>
            <ac:spMk id="9" creationId="{FA7D7BF6-871F-4ACD-0F8D-3AE8FCBF15BC}"/>
          </ac:spMkLst>
        </pc:spChg>
        <pc:spChg chg="add mod">
          <ac:chgData name="Daniel Agbogidi" userId="e0f5edde3173dd4e" providerId="LiveId" clId="{502729D8-E8FF-4FF0-9DC9-E8882DDD285A}" dt="2026-10-06T05:08:47.943" v="1490"/>
          <ac:spMkLst>
            <pc:docMk/>
            <pc:sldMk cId="3854746963" sldId="293"/>
            <ac:spMk id="10" creationId="{F04B8032-E694-9E82-EA96-D90ED278BD11}"/>
          </ac:spMkLst>
        </pc:spChg>
        <pc:spChg chg="add mod">
          <ac:chgData name="Daniel Agbogidi" userId="e0f5edde3173dd4e" providerId="LiveId" clId="{502729D8-E8FF-4FF0-9DC9-E8882DDD285A}" dt="2026-10-06T05:08:48.006" v="1516" actId="948"/>
          <ac:spMkLst>
            <pc:docMk/>
            <pc:sldMk cId="3854746963" sldId="293"/>
            <ac:spMk id="11" creationId="{2A1DEF7F-8FF1-CB3C-A560-727FE7495767}"/>
          </ac:spMkLst>
        </pc:spChg>
        <pc:spChg chg="add del mod">
          <ac:chgData name="Daniel Agbogidi" userId="e0f5edde3173dd4e" providerId="LiveId" clId="{502729D8-E8FF-4FF0-9DC9-E8882DDD285A}" dt="2026-10-06T05:29:03.577" v="2700" actId="14826"/>
          <ac:spMkLst>
            <pc:docMk/>
            <pc:sldMk cId="3854746963" sldId="293"/>
            <ac:spMk id="12" creationId="{7636A98A-C86E-DA35-B3CE-64181D6168B0}"/>
          </ac:spMkLst>
        </pc:spChg>
        <pc:picChg chg="add del mod">
          <ac:chgData name="Daniel Agbogidi" userId="e0f5edde3173dd4e" providerId="LiveId" clId="{502729D8-E8FF-4FF0-9DC9-E8882DDD285A}" dt="2026-10-06T05:27:15.200" v="2697" actId="22"/>
          <ac:picMkLst>
            <pc:docMk/>
            <pc:sldMk cId="3854746963" sldId="293"/>
            <ac:picMk id="13" creationId="{0618D8AF-F39C-3096-C1ED-56C13EA17CE6}"/>
          </ac:picMkLst>
        </pc:picChg>
      </pc:sldChg>
      <pc:sldChg chg="addSp delSp modSp add mod ord modNotes">
        <pc:chgData name="Daniel Agbogidi" userId="e0f5edde3173dd4e" providerId="LiveId" clId="{502729D8-E8FF-4FF0-9DC9-E8882DDD285A}" dt="2026-10-06T05:33:32.272" v="2712" actId="14826"/>
        <pc:sldMkLst>
          <pc:docMk/>
          <pc:sldMk cId="3920960352" sldId="294"/>
        </pc:sldMkLst>
        <pc:spChg chg="mod">
          <ac:chgData name="Daniel Agbogidi" userId="e0f5edde3173dd4e" providerId="LiveId" clId="{502729D8-E8FF-4FF0-9DC9-E8882DDD285A}" dt="2026-10-06T05:08:48.055" v="1525" actId="20577"/>
          <ac:spMkLst>
            <pc:docMk/>
            <pc:sldMk cId="3920960352" sldId="294"/>
            <ac:spMk id="2" creationId="{F30184D2-8952-7D11-2098-86C8DE3765F6}"/>
          </ac:spMkLst>
        </pc:spChg>
        <pc:spChg chg="add mod">
          <ac:chgData name="Daniel Agbogidi" userId="e0f5edde3173dd4e" providerId="LiveId" clId="{502729D8-E8FF-4FF0-9DC9-E8882DDD285A}" dt="2026-10-06T05:08:48.087" v="1539"/>
          <ac:spMkLst>
            <pc:docMk/>
            <pc:sldMk cId="3920960352" sldId="294"/>
            <ac:spMk id="3" creationId="{D67CA783-CDED-7920-BC37-233C839BD39C}"/>
          </ac:spMkLst>
        </pc:spChg>
        <pc:spChg chg="add mod">
          <ac:chgData name="Daniel Agbogidi" userId="e0f5edde3173dd4e" providerId="LiveId" clId="{502729D8-E8FF-4FF0-9DC9-E8882DDD285A}" dt="2026-10-06T05:08:48.193" v="1563" actId="947"/>
          <ac:spMkLst>
            <pc:docMk/>
            <pc:sldMk cId="3920960352" sldId="294"/>
            <ac:spMk id="4" creationId="{CCD54D4E-F5F3-4CCE-4F9A-29FE33E474E5}"/>
          </ac:spMkLst>
        </pc:spChg>
        <pc:spChg chg="add mod">
          <ac:chgData name="Daniel Agbogidi" userId="e0f5edde3173dd4e" providerId="LiveId" clId="{502729D8-E8FF-4FF0-9DC9-E8882DDD285A}" dt="2026-10-06T05:08:48.221" v="1577"/>
          <ac:spMkLst>
            <pc:docMk/>
            <pc:sldMk cId="3920960352" sldId="294"/>
            <ac:spMk id="5" creationId="{065DFC8A-EE71-5049-A903-0D860D04DB7D}"/>
          </ac:spMkLst>
        </pc:spChg>
        <pc:spChg chg="add mod">
          <ac:chgData name="Daniel Agbogidi" userId="e0f5edde3173dd4e" providerId="LiveId" clId="{502729D8-E8FF-4FF0-9DC9-E8882DDD285A}" dt="2026-10-06T05:08:48.273" v="1601" actId="947"/>
          <ac:spMkLst>
            <pc:docMk/>
            <pc:sldMk cId="3920960352" sldId="294"/>
            <ac:spMk id="6" creationId="{9A5EB742-18D7-5AB4-3D53-7AAF0BAD2F54}"/>
          </ac:spMkLst>
        </pc:spChg>
        <pc:spChg chg="add mod">
          <ac:chgData name="Daniel Agbogidi" userId="e0f5edde3173dd4e" providerId="LiveId" clId="{502729D8-E8FF-4FF0-9DC9-E8882DDD285A}" dt="2026-10-06T05:08:48.299" v="1615"/>
          <ac:spMkLst>
            <pc:docMk/>
            <pc:sldMk cId="3920960352" sldId="294"/>
            <ac:spMk id="7" creationId="{E4C90BEA-1FA7-574D-32E9-28138D089B31}"/>
          </ac:spMkLst>
        </pc:spChg>
        <pc:spChg chg="add mod">
          <ac:chgData name="Daniel Agbogidi" userId="e0f5edde3173dd4e" providerId="LiveId" clId="{502729D8-E8FF-4FF0-9DC9-E8882DDD285A}" dt="2026-10-06T05:08:48.359" v="1639" actId="947"/>
          <ac:spMkLst>
            <pc:docMk/>
            <pc:sldMk cId="3920960352" sldId="294"/>
            <ac:spMk id="8" creationId="{AE9FF4F0-FB2A-CE38-8D5F-8D1E3C54DE1A}"/>
          </ac:spMkLst>
        </pc:spChg>
        <pc:spChg chg="add mod">
          <ac:chgData name="Daniel Agbogidi" userId="e0f5edde3173dd4e" providerId="LiveId" clId="{502729D8-E8FF-4FF0-9DC9-E8882DDD285A}" dt="2026-10-06T05:08:48.396" v="1660" actId="948"/>
          <ac:spMkLst>
            <pc:docMk/>
            <pc:sldMk cId="3920960352" sldId="294"/>
            <ac:spMk id="9" creationId="{5059EEAE-A684-550E-BE6D-8632BB6EFB7A}"/>
          </ac:spMkLst>
        </pc:spChg>
        <pc:spChg chg="add mod">
          <ac:chgData name="Daniel Agbogidi" userId="e0f5edde3173dd4e" providerId="LiveId" clId="{502729D8-E8FF-4FF0-9DC9-E8882DDD285A}" dt="2026-10-06T05:08:48.459" v="1673"/>
          <ac:spMkLst>
            <pc:docMk/>
            <pc:sldMk cId="3920960352" sldId="294"/>
            <ac:spMk id="10" creationId="{5C24654A-0B03-B40B-BF0D-457508DC65F2}"/>
          </ac:spMkLst>
        </pc:spChg>
        <pc:spChg chg="add mod">
          <ac:chgData name="Daniel Agbogidi" userId="e0f5edde3173dd4e" providerId="LiveId" clId="{502729D8-E8FF-4FF0-9DC9-E8882DDD285A}" dt="2026-10-06T05:08:48.502" v="1686"/>
          <ac:spMkLst>
            <pc:docMk/>
            <pc:sldMk cId="3920960352" sldId="294"/>
            <ac:spMk id="11" creationId="{6AC28885-A78E-ECF3-15C0-8074CA86A4B9}"/>
          </ac:spMkLst>
        </pc:spChg>
        <pc:spChg chg="add mod">
          <ac:chgData name="Daniel Agbogidi" userId="e0f5edde3173dd4e" providerId="LiveId" clId="{502729D8-E8FF-4FF0-9DC9-E8882DDD285A}" dt="2026-10-06T05:08:48.535" v="1699"/>
          <ac:spMkLst>
            <pc:docMk/>
            <pc:sldMk cId="3920960352" sldId="294"/>
            <ac:spMk id="12" creationId="{FEE4BAE9-6052-2EBB-9917-094151771C4D}"/>
          </ac:spMkLst>
        </pc:spChg>
        <pc:spChg chg="add mod">
          <ac:chgData name="Daniel Agbogidi" userId="e0f5edde3173dd4e" providerId="LiveId" clId="{502729D8-E8FF-4FF0-9DC9-E8882DDD285A}" dt="2026-10-06T05:08:48.565" v="1712"/>
          <ac:spMkLst>
            <pc:docMk/>
            <pc:sldMk cId="3920960352" sldId="294"/>
            <ac:spMk id="13" creationId="{58641643-93D7-E14D-E662-851C993F917A}"/>
          </ac:spMkLst>
        </pc:spChg>
        <pc:spChg chg="add mod">
          <ac:chgData name="Daniel Agbogidi" userId="e0f5edde3173dd4e" providerId="LiveId" clId="{502729D8-E8FF-4FF0-9DC9-E8882DDD285A}" dt="2026-10-06T05:08:48.600" v="1725"/>
          <ac:spMkLst>
            <pc:docMk/>
            <pc:sldMk cId="3920960352" sldId="294"/>
            <ac:spMk id="14" creationId="{F5B60DE4-4B25-EA84-51F7-7D91B7A4C4F6}"/>
          </ac:spMkLst>
        </pc:spChg>
        <pc:spChg chg="add mod">
          <ac:chgData name="Daniel Agbogidi" userId="e0f5edde3173dd4e" providerId="LiveId" clId="{502729D8-E8FF-4FF0-9DC9-E8882DDD285A}" dt="2026-10-06T05:08:48.632" v="1738"/>
          <ac:spMkLst>
            <pc:docMk/>
            <pc:sldMk cId="3920960352" sldId="294"/>
            <ac:spMk id="15" creationId="{615830AF-F7D0-5167-1F02-541121C81854}"/>
          </ac:spMkLst>
        </pc:spChg>
        <pc:spChg chg="add mod">
          <ac:chgData name="Daniel Agbogidi" userId="e0f5edde3173dd4e" providerId="LiveId" clId="{502729D8-E8FF-4FF0-9DC9-E8882DDD285A}" dt="2026-10-06T05:08:48.687" v="1751"/>
          <ac:spMkLst>
            <pc:docMk/>
            <pc:sldMk cId="3920960352" sldId="294"/>
            <ac:spMk id="16" creationId="{45005E59-9928-25A7-A320-17DFD7A947F2}"/>
          </ac:spMkLst>
        </pc:spChg>
        <pc:spChg chg="add del mod">
          <ac:chgData name="Daniel Agbogidi" userId="e0f5edde3173dd4e" providerId="LiveId" clId="{502729D8-E8FF-4FF0-9DC9-E8882DDD285A}" dt="2026-10-06T05:33:32.272" v="2712" actId="14826"/>
          <ac:spMkLst>
            <pc:docMk/>
            <pc:sldMk cId="3920960352" sldId="294"/>
            <ac:spMk id="17" creationId="{8CCFCAD1-BD79-2806-4E64-0CD6C93DE3B1}"/>
          </ac:spMkLst>
        </pc:spChg>
      </pc:sldChg>
      <pc:sldChg chg="addSp modSp add mod ord modNotes">
        <pc:chgData name="Daniel Agbogidi" userId="e0f5edde3173dd4e" providerId="LiveId" clId="{502729D8-E8FF-4FF0-9DC9-E8882DDD285A}" dt="2026-10-06T05:08:51.205" v="2615"/>
        <pc:sldMkLst>
          <pc:docMk/>
          <pc:sldMk cId="343658055" sldId="295"/>
        </pc:sldMkLst>
        <pc:spChg chg="mod">
          <ac:chgData name="Daniel Agbogidi" userId="e0f5edde3173dd4e" providerId="LiveId" clId="{502729D8-E8FF-4FF0-9DC9-E8882DDD285A}" dt="2026-10-06T05:08:48.733" v="1760" actId="20577"/>
          <ac:spMkLst>
            <pc:docMk/>
            <pc:sldMk cId="343658055" sldId="295"/>
            <ac:spMk id="2" creationId="{432DF4CC-3E4A-B3B2-359E-86F7BB91F9E0}"/>
          </ac:spMkLst>
        </pc:spChg>
        <pc:spChg chg="add mod">
          <ac:chgData name="Daniel Agbogidi" userId="e0f5edde3173dd4e" providerId="LiveId" clId="{502729D8-E8FF-4FF0-9DC9-E8882DDD285A}" dt="2026-10-06T05:08:48.797" v="1781" actId="948"/>
          <ac:spMkLst>
            <pc:docMk/>
            <pc:sldMk cId="343658055" sldId="295"/>
            <ac:spMk id="3" creationId="{FD14E593-4FD8-F030-B0DC-B71339872128}"/>
          </ac:spMkLst>
        </pc:spChg>
        <pc:spChg chg="add mod">
          <ac:chgData name="Daniel Agbogidi" userId="e0f5edde3173dd4e" providerId="LiveId" clId="{502729D8-E8FF-4FF0-9DC9-E8882DDD285A}" dt="2026-10-06T05:08:48.841" v="1787"/>
          <ac:spMkLst>
            <pc:docMk/>
            <pc:sldMk cId="343658055" sldId="295"/>
            <ac:spMk id="4" creationId="{A65AC7F5-8506-07D2-DFF1-46B37AF432C4}"/>
          </ac:spMkLst>
        </pc:spChg>
      </pc:sldChg>
      <pc:sldChg chg="addSp modSp add mod ord modNotes">
        <pc:chgData name="Daniel Agbogidi" userId="e0f5edde3173dd4e" providerId="LiveId" clId="{502729D8-E8FF-4FF0-9DC9-E8882DDD285A}" dt="2026-10-06T05:37:26.115" v="2713" actId="14826"/>
        <pc:sldMkLst>
          <pc:docMk/>
          <pc:sldMk cId="3693635878" sldId="296"/>
        </pc:sldMkLst>
        <pc:spChg chg="mod">
          <ac:chgData name="Daniel Agbogidi" userId="e0f5edde3173dd4e" providerId="LiveId" clId="{502729D8-E8FF-4FF0-9DC9-E8882DDD285A}" dt="2026-10-06T05:08:48.870" v="1790" actId="20577"/>
          <ac:spMkLst>
            <pc:docMk/>
            <pc:sldMk cId="3693635878" sldId="296"/>
            <ac:spMk id="2" creationId="{A25D0CD8-D7CA-6543-DE14-F74B00E52569}"/>
          </ac:spMkLst>
        </pc:spChg>
        <pc:spChg chg="add mod">
          <ac:chgData name="Daniel Agbogidi" userId="e0f5edde3173dd4e" providerId="LiveId" clId="{502729D8-E8FF-4FF0-9DC9-E8882DDD285A}" dt="2026-10-06T05:08:48.938" v="1816" actId="948"/>
          <ac:spMkLst>
            <pc:docMk/>
            <pc:sldMk cId="3693635878" sldId="296"/>
            <ac:spMk id="3" creationId="{8A7C5500-2024-4D8A-7D88-2B8AEF2F16B3}"/>
          </ac:spMkLst>
        </pc:spChg>
        <pc:spChg chg="add mod">
          <ac:chgData name="Daniel Agbogidi" userId="e0f5edde3173dd4e" providerId="LiveId" clId="{502729D8-E8FF-4FF0-9DC9-E8882DDD285A}" dt="2026-10-06T05:08:48.973" v="1837" actId="948"/>
          <ac:spMkLst>
            <pc:docMk/>
            <pc:sldMk cId="3693635878" sldId="296"/>
            <ac:spMk id="4" creationId="{966E20DF-87B9-DFE8-BB32-9A8F934BF899}"/>
          </ac:spMkLst>
        </pc:spChg>
        <pc:spChg chg="add mod">
          <ac:chgData name="Daniel Agbogidi" userId="e0f5edde3173dd4e" providerId="LiveId" clId="{502729D8-E8FF-4FF0-9DC9-E8882DDD285A}" dt="2026-10-06T05:08:49.072" v="1852"/>
          <ac:spMkLst>
            <pc:docMk/>
            <pc:sldMk cId="3693635878" sldId="296"/>
            <ac:spMk id="5" creationId="{E42ED7DD-F21C-0CCE-8C0F-0E8906D92FF2}"/>
          </ac:spMkLst>
        </pc:spChg>
        <pc:spChg chg="add mod">
          <ac:chgData name="Daniel Agbogidi" userId="e0f5edde3173dd4e" providerId="LiveId" clId="{502729D8-E8FF-4FF0-9DC9-E8882DDD285A}" dt="2026-10-06T05:37:26.115" v="2713" actId="14826"/>
          <ac:spMkLst>
            <pc:docMk/>
            <pc:sldMk cId="3693635878" sldId="296"/>
            <ac:spMk id="6" creationId="{179BAB26-7563-AB1A-9EDE-23801BE6145F}"/>
          </ac:spMkLst>
        </pc:spChg>
      </pc:sldChg>
      <pc:sldChg chg="addSp modSp add mod ord modNotes">
        <pc:chgData name="Daniel Agbogidi" userId="e0f5edde3173dd4e" providerId="LiveId" clId="{502729D8-E8FF-4FF0-9DC9-E8882DDD285A}" dt="2026-10-06T05:43:23.382" v="3114" actId="1076"/>
        <pc:sldMkLst>
          <pc:docMk/>
          <pc:sldMk cId="388294135" sldId="297"/>
        </pc:sldMkLst>
        <pc:spChg chg="mod">
          <ac:chgData name="Daniel Agbogidi" userId="e0f5edde3173dd4e" providerId="LiveId" clId="{502729D8-E8FF-4FF0-9DC9-E8882DDD285A}" dt="2026-10-06T05:08:49.142" v="1861" actId="20577"/>
          <ac:spMkLst>
            <pc:docMk/>
            <pc:sldMk cId="388294135" sldId="297"/>
            <ac:spMk id="2" creationId="{C4175989-FD98-F2F3-A5F0-42B6C2851E66}"/>
          </ac:spMkLst>
        </pc:spChg>
        <pc:spChg chg="add mod">
          <ac:chgData name="Daniel Agbogidi" userId="e0f5edde3173dd4e" providerId="LiveId" clId="{502729D8-E8FF-4FF0-9DC9-E8882DDD285A}" dt="2026-10-06T05:08:49.206" v="1887" actId="948"/>
          <ac:spMkLst>
            <pc:docMk/>
            <pc:sldMk cId="388294135" sldId="297"/>
            <ac:spMk id="3" creationId="{3937E756-A52D-7586-FB99-9A3BADE6AE02}"/>
          </ac:spMkLst>
        </pc:spChg>
        <pc:spChg chg="add mod">
          <ac:chgData name="Daniel Agbogidi" userId="e0f5edde3173dd4e" providerId="LiveId" clId="{502729D8-E8FF-4FF0-9DC9-E8882DDD285A}" dt="2026-10-06T05:08:49.286" v="1908" actId="948"/>
          <ac:spMkLst>
            <pc:docMk/>
            <pc:sldMk cId="388294135" sldId="297"/>
            <ac:spMk id="4" creationId="{8EA57D57-DD1C-AC39-0F3A-038ACE2B61FF}"/>
          </ac:spMkLst>
        </pc:spChg>
        <pc:spChg chg="add mod">
          <ac:chgData name="Daniel Agbogidi" userId="e0f5edde3173dd4e" providerId="LiveId" clId="{502729D8-E8FF-4FF0-9DC9-E8882DDD285A}" dt="2026-10-06T05:08:49.333" v="1923"/>
          <ac:spMkLst>
            <pc:docMk/>
            <pc:sldMk cId="388294135" sldId="297"/>
            <ac:spMk id="5" creationId="{B285FDE0-66DD-90B5-A383-69D4D70809A4}"/>
          </ac:spMkLst>
        </pc:spChg>
        <pc:spChg chg="add mod">
          <ac:chgData name="Daniel Agbogidi" userId="e0f5edde3173dd4e" providerId="LiveId" clId="{502729D8-E8FF-4FF0-9DC9-E8882DDD285A}" dt="2026-10-06T05:08:49.365" v="1929"/>
          <ac:spMkLst>
            <pc:docMk/>
            <pc:sldMk cId="388294135" sldId="297"/>
            <ac:spMk id="6" creationId="{B186D51A-970E-70AE-2BED-AA09080B847E}"/>
          </ac:spMkLst>
        </pc:spChg>
        <pc:spChg chg="add mod">
          <ac:chgData name="Daniel Agbogidi" userId="e0f5edde3173dd4e" providerId="LiveId" clId="{502729D8-E8FF-4FF0-9DC9-E8882DDD285A}" dt="2026-10-06T05:43:23.382" v="3114" actId="1076"/>
          <ac:spMkLst>
            <pc:docMk/>
            <pc:sldMk cId="388294135" sldId="297"/>
            <ac:spMk id="7" creationId="{3BC06FAB-C451-9EF8-3983-61057940CB45}"/>
          </ac:spMkLst>
        </pc:spChg>
      </pc:sldChg>
      <pc:sldChg chg="addSp modSp add mod ord modNotes">
        <pc:chgData name="Daniel Agbogidi" userId="e0f5edde3173dd4e" providerId="LiveId" clId="{502729D8-E8FF-4FF0-9DC9-E8882DDD285A}" dt="2026-10-06T05:08:51.205" v="2620"/>
        <pc:sldMkLst>
          <pc:docMk/>
          <pc:sldMk cId="4248937539" sldId="298"/>
        </pc:sldMkLst>
        <pc:spChg chg="mod">
          <ac:chgData name="Daniel Agbogidi" userId="e0f5edde3173dd4e" providerId="LiveId" clId="{502729D8-E8FF-4FF0-9DC9-E8882DDD285A}" dt="2026-10-06T05:08:49.381" v="1932" actId="20577"/>
          <ac:spMkLst>
            <pc:docMk/>
            <pc:sldMk cId="4248937539" sldId="298"/>
            <ac:spMk id="2" creationId="{0D36969E-0AFA-E6D2-1055-4E09B8361B99}"/>
          </ac:spMkLst>
        </pc:spChg>
        <pc:spChg chg="add mod">
          <ac:chgData name="Daniel Agbogidi" userId="e0f5edde3173dd4e" providerId="LiveId" clId="{502729D8-E8FF-4FF0-9DC9-E8882DDD285A}" dt="2026-10-06T05:08:49.453" v="1958" actId="948"/>
          <ac:spMkLst>
            <pc:docMk/>
            <pc:sldMk cId="4248937539" sldId="298"/>
            <ac:spMk id="3" creationId="{AC6D0D30-067B-5884-321B-B159556F12A6}"/>
          </ac:spMkLst>
        </pc:spChg>
        <pc:spChg chg="add mod">
          <ac:chgData name="Daniel Agbogidi" userId="e0f5edde3173dd4e" providerId="LiveId" clId="{502729D8-E8FF-4FF0-9DC9-E8882DDD285A}" dt="2026-10-06T05:08:49.492" v="1973"/>
          <ac:spMkLst>
            <pc:docMk/>
            <pc:sldMk cId="4248937539" sldId="298"/>
            <ac:spMk id="4" creationId="{C156D480-17AA-6472-B59B-F1325F9D10F0}"/>
          </ac:spMkLst>
        </pc:spChg>
        <pc:spChg chg="add mod">
          <ac:chgData name="Daniel Agbogidi" userId="e0f5edde3173dd4e" providerId="LiveId" clId="{502729D8-E8FF-4FF0-9DC9-E8882DDD285A}" dt="2026-10-06T05:08:49.501" v="1979"/>
          <ac:spMkLst>
            <pc:docMk/>
            <pc:sldMk cId="4248937539" sldId="298"/>
            <ac:spMk id="5" creationId="{FEC86F79-85A5-8EE0-0180-CE512C0B5076}"/>
          </ac:spMkLst>
        </pc:spChg>
      </pc:sldChg>
      <pc:sldChg chg="addSp modSp add mod ord modNotes">
        <pc:chgData name="Daniel Agbogidi" userId="e0f5edde3173dd4e" providerId="LiveId" clId="{502729D8-E8FF-4FF0-9DC9-E8882DDD285A}" dt="2026-10-06T05:08:51.205" v="2622"/>
        <pc:sldMkLst>
          <pc:docMk/>
          <pc:sldMk cId="3564899742" sldId="299"/>
        </pc:sldMkLst>
        <pc:spChg chg="mod">
          <ac:chgData name="Daniel Agbogidi" userId="e0f5edde3173dd4e" providerId="LiveId" clId="{502729D8-E8FF-4FF0-9DC9-E8882DDD285A}" dt="2026-10-06T05:08:49.537" v="1982" actId="20577"/>
          <ac:spMkLst>
            <pc:docMk/>
            <pc:sldMk cId="3564899742" sldId="299"/>
            <ac:spMk id="2" creationId="{42F2E6FA-7E0C-385E-0DAD-EABF67BCC3A6}"/>
          </ac:spMkLst>
        </pc:spChg>
        <pc:spChg chg="add mod">
          <ac:chgData name="Daniel Agbogidi" userId="e0f5edde3173dd4e" providerId="LiveId" clId="{502729D8-E8FF-4FF0-9DC9-E8882DDD285A}" dt="2026-10-06T05:08:49.605" v="2008" actId="948"/>
          <ac:spMkLst>
            <pc:docMk/>
            <pc:sldMk cId="3564899742" sldId="299"/>
            <ac:spMk id="3" creationId="{B85E64DB-73FB-75C0-16C1-1572CA239231}"/>
          </ac:spMkLst>
        </pc:spChg>
        <pc:spChg chg="add mod">
          <ac:chgData name="Daniel Agbogidi" userId="e0f5edde3173dd4e" providerId="LiveId" clId="{502729D8-E8FF-4FF0-9DC9-E8882DDD285A}" dt="2026-10-06T05:08:49.653" v="2023"/>
          <ac:spMkLst>
            <pc:docMk/>
            <pc:sldMk cId="3564899742" sldId="299"/>
            <ac:spMk id="4" creationId="{0110C59F-E0B0-995D-E364-A699A8A4B63D}"/>
          </ac:spMkLst>
        </pc:spChg>
        <pc:spChg chg="add mod">
          <ac:chgData name="Daniel Agbogidi" userId="e0f5edde3173dd4e" providerId="LiveId" clId="{502729D8-E8FF-4FF0-9DC9-E8882DDD285A}" dt="2026-10-06T05:08:49.665" v="2027"/>
          <ac:spMkLst>
            <pc:docMk/>
            <pc:sldMk cId="3564899742" sldId="299"/>
            <ac:spMk id="5" creationId="{CEB3018B-3036-B746-6F98-12789B4601BF}"/>
          </ac:spMkLst>
        </pc:spChg>
        <pc:picChg chg="add mod">
          <ac:chgData name="Daniel Agbogidi" userId="e0f5edde3173dd4e" providerId="LiveId" clId="{502729D8-E8FF-4FF0-9DC9-E8882DDD285A}" dt="2026-10-06T05:08:49.690" v="2031"/>
          <ac:picMkLst>
            <pc:docMk/>
            <pc:sldMk cId="3564899742" sldId="299"/>
            <ac:picMk id="7" creationId="{4FB9E83A-5032-D394-861E-E6FAB306541F}"/>
          </ac:picMkLst>
        </pc:picChg>
      </pc:sldChg>
      <pc:sldChg chg="addSp modSp add mod ord modNotes">
        <pc:chgData name="Daniel Agbogidi" userId="e0f5edde3173dd4e" providerId="LiveId" clId="{502729D8-E8FF-4FF0-9DC9-E8882DDD285A}" dt="2026-10-06T05:08:51.217" v="2624"/>
        <pc:sldMkLst>
          <pc:docMk/>
          <pc:sldMk cId="746124279" sldId="300"/>
        </pc:sldMkLst>
        <pc:spChg chg="mod">
          <ac:chgData name="Daniel Agbogidi" userId="e0f5edde3173dd4e" providerId="LiveId" clId="{502729D8-E8FF-4FF0-9DC9-E8882DDD285A}" dt="2026-10-06T05:08:49.707" v="2034" actId="20577"/>
          <ac:spMkLst>
            <pc:docMk/>
            <pc:sldMk cId="746124279" sldId="300"/>
            <ac:spMk id="2" creationId="{39D96204-3F91-EC66-9967-EC1D04FFE56F}"/>
          </ac:spMkLst>
        </pc:spChg>
        <pc:spChg chg="add mod">
          <ac:chgData name="Daniel Agbogidi" userId="e0f5edde3173dd4e" providerId="LiveId" clId="{502729D8-E8FF-4FF0-9DC9-E8882DDD285A}" dt="2026-10-06T05:08:49.738" v="2045"/>
          <ac:spMkLst>
            <pc:docMk/>
            <pc:sldMk cId="746124279" sldId="300"/>
            <ac:spMk id="3" creationId="{FBDAFD18-0C68-6086-DBA3-AFBBD85DFAA8}"/>
          </ac:spMkLst>
        </pc:spChg>
        <pc:spChg chg="add mod">
          <ac:chgData name="Daniel Agbogidi" userId="e0f5edde3173dd4e" providerId="LiveId" clId="{502729D8-E8FF-4FF0-9DC9-E8882DDD285A}" dt="2026-10-06T05:08:49.790" v="2059"/>
          <ac:spMkLst>
            <pc:docMk/>
            <pc:sldMk cId="746124279" sldId="300"/>
            <ac:spMk id="4" creationId="{37F31967-287C-1771-716D-1FF259C4CDAA}"/>
          </ac:spMkLst>
        </pc:spChg>
        <pc:spChg chg="add mod">
          <ac:chgData name="Daniel Agbogidi" userId="e0f5edde3173dd4e" providerId="LiveId" clId="{502729D8-E8FF-4FF0-9DC9-E8882DDD285A}" dt="2026-10-06T05:08:49.891" v="2085" actId="948"/>
          <ac:spMkLst>
            <pc:docMk/>
            <pc:sldMk cId="746124279" sldId="300"/>
            <ac:spMk id="5" creationId="{10B4BA34-1B99-2196-43BB-A17A72D62B9C}"/>
          </ac:spMkLst>
        </pc:spChg>
        <pc:spChg chg="add mod">
          <ac:chgData name="Daniel Agbogidi" userId="e0f5edde3173dd4e" providerId="LiveId" clId="{502729D8-E8FF-4FF0-9DC9-E8882DDD285A}" dt="2026-10-06T05:08:49.939" v="2096"/>
          <ac:spMkLst>
            <pc:docMk/>
            <pc:sldMk cId="746124279" sldId="300"/>
            <ac:spMk id="6" creationId="{1205C571-C33C-B67D-44D8-022AD9F1E7F8}"/>
          </ac:spMkLst>
        </pc:spChg>
        <pc:spChg chg="add mod">
          <ac:chgData name="Daniel Agbogidi" userId="e0f5edde3173dd4e" providerId="LiveId" clId="{502729D8-E8FF-4FF0-9DC9-E8882DDD285A}" dt="2026-10-06T05:08:49.972" v="2110"/>
          <ac:spMkLst>
            <pc:docMk/>
            <pc:sldMk cId="746124279" sldId="300"/>
            <ac:spMk id="7" creationId="{61BB4622-BA72-3688-622D-D0033B120629}"/>
          </ac:spMkLst>
        </pc:spChg>
        <pc:spChg chg="add mod">
          <ac:chgData name="Daniel Agbogidi" userId="e0f5edde3173dd4e" providerId="LiveId" clId="{502729D8-E8FF-4FF0-9DC9-E8882DDD285A}" dt="2026-10-06T05:08:50.034" v="2136" actId="948"/>
          <ac:spMkLst>
            <pc:docMk/>
            <pc:sldMk cId="746124279" sldId="300"/>
            <ac:spMk id="8" creationId="{82DA4877-5F60-88A7-019E-FBC166EA5215}"/>
          </ac:spMkLst>
        </pc:spChg>
        <pc:spChg chg="add mod">
          <ac:chgData name="Daniel Agbogidi" userId="e0f5edde3173dd4e" providerId="LiveId" clId="{502729D8-E8FF-4FF0-9DC9-E8882DDD285A}" dt="2026-10-06T05:08:50.065" v="2147"/>
          <ac:spMkLst>
            <pc:docMk/>
            <pc:sldMk cId="746124279" sldId="300"/>
            <ac:spMk id="9" creationId="{FFFA3A88-ABA4-5B12-084C-CE2BB438AB25}"/>
          </ac:spMkLst>
        </pc:spChg>
        <pc:spChg chg="add mod">
          <ac:chgData name="Daniel Agbogidi" userId="e0f5edde3173dd4e" providerId="LiveId" clId="{502729D8-E8FF-4FF0-9DC9-E8882DDD285A}" dt="2026-10-06T05:08:50.114" v="2161"/>
          <ac:spMkLst>
            <pc:docMk/>
            <pc:sldMk cId="746124279" sldId="300"/>
            <ac:spMk id="10" creationId="{93F5E9D8-B0AA-B2F4-BDC6-B275056CCFFE}"/>
          </ac:spMkLst>
        </pc:spChg>
        <pc:spChg chg="add mod">
          <ac:chgData name="Daniel Agbogidi" userId="e0f5edde3173dd4e" providerId="LiveId" clId="{502729D8-E8FF-4FF0-9DC9-E8882DDD285A}" dt="2026-10-06T05:08:50.173" v="2187" actId="948"/>
          <ac:spMkLst>
            <pc:docMk/>
            <pc:sldMk cId="746124279" sldId="300"/>
            <ac:spMk id="11" creationId="{3273FF70-2169-AF78-5902-800A27DBC003}"/>
          </ac:spMkLst>
        </pc:spChg>
        <pc:spChg chg="add mod">
          <ac:chgData name="Daniel Agbogidi" userId="e0f5edde3173dd4e" providerId="LiveId" clId="{502729D8-E8FF-4FF0-9DC9-E8882DDD285A}" dt="2026-10-06T05:08:50.205" v="2192"/>
          <ac:spMkLst>
            <pc:docMk/>
            <pc:sldMk cId="746124279" sldId="300"/>
            <ac:spMk id="12" creationId="{2B2A3E12-B100-5DA4-9DF9-2D7CBD0039AC}"/>
          </ac:spMkLst>
        </pc:spChg>
        <pc:spChg chg="add mod">
          <ac:chgData name="Daniel Agbogidi" userId="e0f5edde3173dd4e" providerId="LiveId" clId="{502729D8-E8FF-4FF0-9DC9-E8882DDD285A}" dt="2026-10-06T05:08:50.273" v="2218" actId="948"/>
          <ac:spMkLst>
            <pc:docMk/>
            <pc:sldMk cId="746124279" sldId="300"/>
            <ac:spMk id="13" creationId="{F67BFCB2-59B0-CEE6-346E-B6F5C2B4347D}"/>
          </ac:spMkLst>
        </pc:spChg>
      </pc:sldChg>
      <pc:sldChg chg="addSp modSp add mod ord modNotes">
        <pc:chgData name="Daniel Agbogidi" userId="e0f5edde3173dd4e" providerId="LiveId" clId="{502729D8-E8FF-4FF0-9DC9-E8882DDD285A}" dt="2026-10-06T05:08:51.219" v="2625"/>
        <pc:sldMkLst>
          <pc:docMk/>
          <pc:sldMk cId="2308647408" sldId="301"/>
        </pc:sldMkLst>
        <pc:spChg chg="mod">
          <ac:chgData name="Daniel Agbogidi" userId="e0f5edde3173dd4e" providerId="LiveId" clId="{502729D8-E8FF-4FF0-9DC9-E8882DDD285A}" dt="2026-10-06T05:08:50.298" v="2221" actId="20577"/>
          <ac:spMkLst>
            <pc:docMk/>
            <pc:sldMk cId="2308647408" sldId="301"/>
            <ac:spMk id="2" creationId="{484798AD-7C4F-C3F5-E765-E0E79F351D8C}"/>
          </ac:spMkLst>
        </pc:spChg>
        <pc:spChg chg="add mod">
          <ac:chgData name="Daniel Agbogidi" userId="e0f5edde3173dd4e" providerId="LiveId" clId="{502729D8-E8FF-4FF0-9DC9-E8882DDD285A}" dt="2026-10-06T05:08:50.390" v="2247" actId="948"/>
          <ac:spMkLst>
            <pc:docMk/>
            <pc:sldMk cId="2308647408" sldId="301"/>
            <ac:spMk id="3" creationId="{531AF00B-0660-70F2-9878-C22E07E1EBF8}"/>
          </ac:spMkLst>
        </pc:spChg>
        <pc:spChg chg="add mod">
          <ac:chgData name="Daniel Agbogidi" userId="e0f5edde3173dd4e" providerId="LiveId" clId="{502729D8-E8FF-4FF0-9DC9-E8882DDD285A}" dt="2026-10-06T05:08:50.406" v="2252"/>
          <ac:spMkLst>
            <pc:docMk/>
            <pc:sldMk cId="2308647408" sldId="301"/>
            <ac:spMk id="4" creationId="{C6F81C92-1D88-4B8F-1701-3072F571C8BB}"/>
          </ac:spMkLst>
        </pc:spChg>
        <pc:spChg chg="add mod">
          <ac:chgData name="Daniel Agbogidi" userId="e0f5edde3173dd4e" providerId="LiveId" clId="{502729D8-E8FF-4FF0-9DC9-E8882DDD285A}" dt="2026-10-06T05:08:50.455" v="2278" actId="948"/>
          <ac:spMkLst>
            <pc:docMk/>
            <pc:sldMk cId="2308647408" sldId="301"/>
            <ac:spMk id="7" creationId="{AFC0CA37-BC30-B152-37AB-5D1BDEE31CD6}"/>
          </ac:spMkLst>
        </pc:spChg>
        <pc:picChg chg="add mod">
          <ac:chgData name="Daniel Agbogidi" userId="e0f5edde3173dd4e" providerId="LiveId" clId="{502729D8-E8FF-4FF0-9DC9-E8882DDD285A}" dt="2026-10-06T05:08:50.423" v="2257"/>
          <ac:picMkLst>
            <pc:docMk/>
            <pc:sldMk cId="2308647408" sldId="301"/>
            <ac:picMk id="6" creationId="{19C603CE-6712-9DA9-D439-7DB37380817F}"/>
          </ac:picMkLst>
        </pc:picChg>
      </pc:sldChg>
      <pc:sldMasterChg chg="modSp setBg modSldLayout">
        <pc:chgData name="Daniel Agbogidi" userId="e0f5edde3173dd4e" providerId="LiveId" clId="{502729D8-E8FF-4FF0-9DC9-E8882DDD285A}" dt="2026-10-06T05:08:44.489" v="228"/>
        <pc:sldMasterMkLst>
          <pc:docMk/>
          <pc:sldMasterMk cId="0" sldId="2147483672"/>
        </pc:sldMasterMkLst>
        <pc:spChg chg="mod">
          <ac:chgData name="Daniel Agbogidi" userId="e0f5edde3173dd4e" providerId="LiveId" clId="{502729D8-E8FF-4FF0-9DC9-E8882DDD285A}" dt="2026-10-06T05:08:43.246" v="0"/>
          <ac:spMkLst>
            <pc:docMk/>
            <pc:sldMasterMk cId="0" sldId="2147483672"/>
            <ac:spMk id="3" creationId="{00000000-0000-0000-0000-000000000000}"/>
          </ac:spMkLst>
        </pc:spChg>
        <pc:spChg chg="mod">
          <ac:chgData name="Daniel Agbogidi" userId="e0f5edde3173dd4e" providerId="LiveId" clId="{502729D8-E8FF-4FF0-9DC9-E8882DDD285A}" dt="2026-10-06T05:08:43.246" v="0"/>
          <ac:spMkLst>
            <pc:docMk/>
            <pc:sldMasterMk cId="0" sldId="2147483672"/>
            <ac:spMk id="8" creationId="{00000000-0000-0000-0000-000000000000}"/>
          </ac:spMkLst>
        </pc:spChg>
        <pc:spChg chg="mod">
          <ac:chgData name="Daniel Agbogidi" userId="e0f5edde3173dd4e" providerId="LiveId" clId="{502729D8-E8FF-4FF0-9DC9-E8882DDD285A}" dt="2026-10-06T05:08:43.246" v="0"/>
          <ac:spMkLst>
            <pc:docMk/>
            <pc:sldMasterMk cId="0" sldId="2147483672"/>
            <ac:spMk id="9" creationId="{00000000-0000-0000-0000-000000000000}"/>
          </ac:spMkLst>
        </pc:spChg>
        <pc:spChg chg="mod">
          <ac:chgData name="Daniel Agbogidi" userId="e0f5edde3173dd4e" providerId="LiveId" clId="{502729D8-E8FF-4FF0-9DC9-E8882DDD285A}" dt="2026-10-06T05:08:43.246" v="0"/>
          <ac:spMkLst>
            <pc:docMk/>
            <pc:sldMasterMk cId="0" sldId="2147483672"/>
            <ac:spMk id="10" creationId="{00000000-0000-0000-0000-000000000000}"/>
          </ac:spMkLst>
        </pc:spChg>
        <pc:spChg chg="mod">
          <ac:chgData name="Daniel Agbogidi" userId="e0f5edde3173dd4e" providerId="LiveId" clId="{502729D8-E8FF-4FF0-9DC9-E8882DDD285A}" dt="2026-10-06T05:08:43.246" v="0"/>
          <ac:spMkLst>
            <pc:docMk/>
            <pc:sldMasterMk cId="0" sldId="2147483672"/>
            <ac:spMk id="12" creationId="{00000000-0000-0000-0000-000000000000}"/>
          </ac:spMkLst>
        </pc:spChg>
        <pc:spChg chg="mod">
          <ac:chgData name="Daniel Agbogidi" userId="e0f5edde3173dd4e" providerId="LiveId" clId="{502729D8-E8FF-4FF0-9DC9-E8882DDD285A}" dt="2026-10-06T05:08:43.246" v="0"/>
          <ac:spMkLst>
            <pc:docMk/>
            <pc:sldMasterMk cId="0" sldId="2147483672"/>
            <ac:spMk id="15" creationId="{00000000-0000-0000-0000-000000000000}"/>
          </ac:spMkLst>
        </pc:spChg>
        <pc:spChg chg="mod">
          <ac:chgData name="Daniel Agbogidi" userId="e0f5edde3173dd4e" providerId="LiveId" clId="{502729D8-E8FF-4FF0-9DC9-E8882DDD285A}" dt="2026-10-06T05:08:43.246" v="0"/>
          <ac:spMkLst>
            <pc:docMk/>
            <pc:sldMasterMk cId="0" sldId="2147483672"/>
            <ac:spMk id="16" creationId="{00000000-0000-0000-0000-000000000000}"/>
          </ac:spMkLst>
        </pc:spChg>
        <pc:spChg chg="mod">
          <ac:chgData name="Daniel Agbogidi" userId="e0f5edde3173dd4e" providerId="LiveId" clId="{502729D8-E8FF-4FF0-9DC9-E8882DDD285A}" dt="2026-10-06T05:08:43.246" v="0"/>
          <ac:spMkLst>
            <pc:docMk/>
            <pc:sldMasterMk cId="0" sldId="2147483672"/>
            <ac:spMk id="17" creationId="{00000000-0000-0000-0000-000000000000}"/>
          </ac:spMkLst>
        </pc:spChg>
        <pc:spChg chg="mod">
          <ac:chgData name="Daniel Agbogidi" userId="e0f5edde3173dd4e" providerId="LiveId" clId="{502729D8-E8FF-4FF0-9DC9-E8882DDD285A}" dt="2026-10-06T05:08:43.246" v="0"/>
          <ac:spMkLst>
            <pc:docMk/>
            <pc:sldMasterMk cId="0" sldId="2147483672"/>
            <ac:spMk id="22" creationId="{00000000-0000-0000-0000-000000000000}"/>
          </ac:spMkLst>
        </pc:spChg>
        <pc:spChg chg="mod">
          <ac:chgData name="Daniel Agbogidi" userId="e0f5edde3173dd4e" providerId="LiveId" clId="{502729D8-E8FF-4FF0-9DC9-E8882DDD285A}" dt="2026-10-06T05:08:43.246" v="0"/>
          <ac:spMkLst>
            <pc:docMk/>
            <pc:sldMasterMk cId="0" sldId="2147483672"/>
            <ac:spMk id="23" creationId="{00000000-0000-0000-0000-000000000000}"/>
          </ac:spMkLst>
        </pc:spChg>
        <pc:sldLayoutChg chg="modSp">
          <pc:chgData name="Daniel Agbogidi" userId="e0f5edde3173dd4e" providerId="LiveId" clId="{502729D8-E8FF-4FF0-9DC9-E8882DDD285A}" dt="2026-10-06T05:08:43.246" v="0"/>
          <pc:sldLayoutMkLst>
            <pc:docMk/>
            <pc:sldMasterMk cId="0" sldId="2147483672"/>
            <pc:sldLayoutMk cId="0" sldId="2147483673"/>
          </pc:sldLayoutMkLst>
          <pc:spChg chg="mod">
            <ac:chgData name="Daniel Agbogidi" userId="e0f5edde3173dd4e" providerId="LiveId" clId="{502729D8-E8FF-4FF0-9DC9-E8882DDD285A}" dt="2026-10-06T05:08:43.246" v="0"/>
            <ac:spMkLst>
              <pc:docMk/>
              <pc:sldMasterMk cId="0" sldId="2147483672"/>
              <pc:sldLayoutMk cId="0" sldId="2147483673"/>
              <ac:spMk id="7"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3"/>
              <ac:spMk id="8"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3"/>
              <ac:spMk id="9"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3"/>
              <ac:spMk id="10"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3"/>
              <ac:spMk id="12"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3"/>
              <ac:spMk id="13"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3"/>
              <ac:spMk id="15"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3"/>
              <ac:spMk id="18"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3"/>
              <ac:spMk id="19"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3"/>
              <ac:spMk id="29" creationId="{00000000-0000-0000-0000-000000000000}"/>
            </ac:spMkLst>
          </pc:spChg>
        </pc:sldLayoutChg>
        <pc:sldLayoutChg chg="modSp">
          <pc:chgData name="Daniel Agbogidi" userId="e0f5edde3173dd4e" providerId="LiveId" clId="{502729D8-E8FF-4FF0-9DC9-E8882DDD285A}" dt="2026-10-06T05:08:43.246" v="0"/>
          <pc:sldLayoutMkLst>
            <pc:docMk/>
            <pc:sldMasterMk cId="0" sldId="2147483672"/>
            <pc:sldLayoutMk cId="0" sldId="2147483674"/>
          </pc:sldLayoutMkLst>
          <pc:spChg chg="mod">
            <ac:chgData name="Daniel Agbogidi" userId="e0f5edde3173dd4e" providerId="LiveId" clId="{502729D8-E8FF-4FF0-9DC9-E8882DDD285A}" dt="2026-10-06T05:08:43.246" v="0"/>
            <ac:spMkLst>
              <pc:docMk/>
              <pc:sldMasterMk cId="0" sldId="2147483672"/>
              <pc:sldLayoutMk cId="0" sldId="2147483674"/>
              <ac:spMk id="6"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4"/>
              <ac:spMk id="8" creationId="{00000000-0000-0000-0000-000000000000}"/>
            </ac:spMkLst>
          </pc:spChg>
        </pc:sldLayoutChg>
        <pc:sldLayoutChg chg="modSp">
          <pc:chgData name="Daniel Agbogidi" userId="e0f5edde3173dd4e" providerId="LiveId" clId="{502729D8-E8FF-4FF0-9DC9-E8882DDD285A}" dt="2026-10-06T05:08:43.246" v="0"/>
          <pc:sldLayoutMkLst>
            <pc:docMk/>
            <pc:sldMasterMk cId="0" sldId="2147483672"/>
            <pc:sldLayoutMk cId="0" sldId="2147483675"/>
          </pc:sldLayoutMkLst>
          <pc:spChg chg="mod">
            <ac:chgData name="Daniel Agbogidi" userId="e0f5edde3173dd4e" providerId="LiveId" clId="{502729D8-E8FF-4FF0-9DC9-E8882DDD285A}" dt="2026-10-06T05:08:43.246" v="0"/>
            <ac:spMkLst>
              <pc:docMk/>
              <pc:sldMasterMk cId="0" sldId="2147483672"/>
              <pc:sldLayoutMk cId="0" sldId="2147483675"/>
              <ac:spMk id="2"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5"/>
              <ac:spMk id="6"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5"/>
              <ac:spMk id="10"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5"/>
              <ac:spMk id="11"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5"/>
              <ac:spMk id="12"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5"/>
              <ac:spMk id="14"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5"/>
              <ac:spMk id="16"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5"/>
              <ac:spMk id="17"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5"/>
              <ac:spMk id="18"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5"/>
              <ac:spMk id="19" creationId="{00000000-0000-0000-0000-000000000000}"/>
            </ac:spMkLst>
          </pc:spChg>
        </pc:sldLayoutChg>
        <pc:sldLayoutChg chg="modSp">
          <pc:chgData name="Daniel Agbogidi" userId="e0f5edde3173dd4e" providerId="LiveId" clId="{502729D8-E8FF-4FF0-9DC9-E8882DDD285A}" dt="2026-10-06T05:08:43.246" v="0"/>
          <pc:sldLayoutMkLst>
            <pc:docMk/>
            <pc:sldMasterMk cId="0" sldId="2147483672"/>
            <pc:sldLayoutMk cId="0" sldId="2147483676"/>
          </pc:sldLayoutMkLst>
          <pc:spChg chg="mod">
            <ac:chgData name="Daniel Agbogidi" userId="e0f5edde3173dd4e" providerId="LiveId" clId="{502729D8-E8FF-4FF0-9DC9-E8882DDD285A}" dt="2026-10-06T05:08:43.246" v="0"/>
            <ac:spMkLst>
              <pc:docMk/>
              <pc:sldMasterMk cId="0" sldId="2147483672"/>
              <pc:sldLayoutMk cId="0" sldId="2147483676"/>
              <ac:spMk id="2"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6"/>
              <ac:spMk id="5"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6"/>
              <ac:spMk id="8"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6"/>
              <ac:spMk id="10"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6"/>
              <ac:spMk id="12" creationId="{00000000-0000-0000-0000-000000000000}"/>
            </ac:spMkLst>
          </pc:spChg>
        </pc:sldLayoutChg>
        <pc:sldLayoutChg chg="modSp">
          <pc:chgData name="Daniel Agbogidi" userId="e0f5edde3173dd4e" providerId="LiveId" clId="{502729D8-E8FF-4FF0-9DC9-E8882DDD285A}" dt="2026-10-06T05:08:43.246" v="0"/>
          <pc:sldLayoutMkLst>
            <pc:docMk/>
            <pc:sldMasterMk cId="0" sldId="2147483672"/>
            <pc:sldLayoutMk cId="0" sldId="2147483677"/>
          </pc:sldLayoutMkLst>
          <pc:spChg chg="mod">
            <ac:chgData name="Daniel Agbogidi" userId="e0f5edde3173dd4e" providerId="LiveId" clId="{502729D8-E8FF-4FF0-9DC9-E8882DDD285A}" dt="2026-10-06T05:08:43.246" v="0"/>
            <ac:spMkLst>
              <pc:docMk/>
              <pc:sldMasterMk cId="0" sldId="2147483672"/>
              <pc:sldLayoutMk cId="0" sldId="2147483677"/>
              <ac:spMk id="4"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7"/>
              <ac:spMk id="8"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7"/>
              <ac:spMk id="10"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7"/>
              <ac:spMk id="11"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7"/>
              <ac:spMk id="13"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7"/>
              <ac:spMk id="15"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7"/>
              <ac:spMk id="20"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7"/>
              <ac:spMk id="22"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7"/>
              <ac:spMk id="25"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7"/>
              <ac:spMk id="27" creationId="{00000000-0000-0000-0000-000000000000}"/>
            </ac:spMkLst>
          </pc:spChg>
        </pc:sldLayoutChg>
        <pc:sldLayoutChg chg="modSp">
          <pc:chgData name="Daniel Agbogidi" userId="e0f5edde3173dd4e" providerId="LiveId" clId="{502729D8-E8FF-4FF0-9DC9-E8882DDD285A}" dt="2026-10-06T05:08:43.246" v="0"/>
          <pc:sldLayoutMkLst>
            <pc:docMk/>
            <pc:sldMasterMk cId="0" sldId="2147483672"/>
            <pc:sldLayoutMk cId="0" sldId="2147483678"/>
          </pc:sldLayoutMkLst>
          <pc:spChg chg="mod">
            <ac:chgData name="Daniel Agbogidi" userId="e0f5edde3173dd4e" providerId="LiveId" clId="{502729D8-E8FF-4FF0-9DC9-E8882DDD285A}" dt="2026-10-06T05:08:43.246" v="0"/>
            <ac:spMkLst>
              <pc:docMk/>
              <pc:sldMasterMk cId="0" sldId="2147483672"/>
              <pc:sldLayoutMk cId="0" sldId="2147483678"/>
              <ac:spMk id="5" creationId="{00000000-0000-0000-0000-000000000000}"/>
            </ac:spMkLst>
          </pc:spChg>
        </pc:sldLayoutChg>
        <pc:sldLayoutChg chg="modSp">
          <pc:chgData name="Daniel Agbogidi" userId="e0f5edde3173dd4e" providerId="LiveId" clId="{502729D8-E8FF-4FF0-9DC9-E8882DDD285A}" dt="2026-10-06T05:08:43.246" v="0"/>
          <pc:sldLayoutMkLst>
            <pc:docMk/>
            <pc:sldMasterMk cId="0" sldId="2147483672"/>
            <pc:sldLayoutMk cId="0" sldId="2147483679"/>
          </pc:sldLayoutMkLst>
          <pc:spChg chg="mod">
            <ac:chgData name="Daniel Agbogidi" userId="e0f5edde3173dd4e" providerId="LiveId" clId="{502729D8-E8FF-4FF0-9DC9-E8882DDD285A}" dt="2026-10-06T05:08:43.246" v="0"/>
            <ac:spMkLst>
              <pc:docMk/>
              <pc:sldMasterMk cId="0" sldId="2147483672"/>
              <pc:sldLayoutMk cId="0" sldId="2147483679"/>
              <ac:spMk id="4"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9"/>
              <ac:spMk id="5"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9"/>
              <ac:spMk id="6"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9"/>
              <ac:spMk id="7"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9"/>
              <ac:spMk id="8"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9"/>
              <ac:spMk id="9"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79"/>
              <ac:spMk id="10" creationId="{00000000-0000-0000-0000-000000000000}"/>
            </ac:spMkLst>
          </pc:spChg>
        </pc:sldLayoutChg>
        <pc:sldLayoutChg chg="modSp">
          <pc:chgData name="Daniel Agbogidi" userId="e0f5edde3173dd4e" providerId="LiveId" clId="{502729D8-E8FF-4FF0-9DC9-E8882DDD285A}" dt="2026-10-06T05:08:43.246" v="0"/>
          <pc:sldLayoutMkLst>
            <pc:docMk/>
            <pc:sldMasterMk cId="0" sldId="2147483672"/>
            <pc:sldLayoutMk cId="0" sldId="2147483680"/>
          </pc:sldLayoutMkLst>
          <pc:spChg chg="mod">
            <ac:chgData name="Daniel Agbogidi" userId="e0f5edde3173dd4e" providerId="LiveId" clId="{502729D8-E8FF-4FF0-9DC9-E8882DDD285A}" dt="2026-10-06T05:08:43.246" v="0"/>
            <ac:spMkLst>
              <pc:docMk/>
              <pc:sldMasterMk cId="0" sldId="2147483672"/>
              <pc:sldLayoutMk cId="0" sldId="2147483680"/>
              <ac:spMk id="2"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0"/>
              <ac:spMk id="3"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0"/>
              <ac:spMk id="6"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0"/>
              <ac:spMk id="8"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0"/>
              <ac:spMk id="9"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0"/>
              <ac:spMk id="10"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0"/>
              <ac:spMk id="15"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0"/>
              <ac:spMk id="17"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0"/>
              <ac:spMk id="20"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0"/>
              <ac:spMk id="21" creationId="{00000000-0000-0000-0000-000000000000}"/>
            </ac:spMkLst>
          </pc:spChg>
        </pc:sldLayoutChg>
        <pc:sldLayoutChg chg="modSp">
          <pc:chgData name="Daniel Agbogidi" userId="e0f5edde3173dd4e" providerId="LiveId" clId="{502729D8-E8FF-4FF0-9DC9-E8882DDD285A}" dt="2026-10-06T05:08:43.246" v="0"/>
          <pc:sldLayoutMkLst>
            <pc:docMk/>
            <pc:sldMasterMk cId="0" sldId="2147483672"/>
            <pc:sldLayoutMk cId="0" sldId="2147483681"/>
          </pc:sldLayoutMkLst>
          <pc:spChg chg="mod">
            <ac:chgData name="Daniel Agbogidi" userId="e0f5edde3173dd4e" providerId="LiveId" clId="{502729D8-E8FF-4FF0-9DC9-E8882DDD285A}" dt="2026-10-06T05:08:43.246" v="0"/>
            <ac:spMkLst>
              <pc:docMk/>
              <pc:sldMasterMk cId="0" sldId="2147483672"/>
              <pc:sldLayoutMk cId="0" sldId="2147483681"/>
              <ac:spMk id="3"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1"/>
              <ac:spMk id="8"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1"/>
              <ac:spMk id="13"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1"/>
              <ac:spMk id="15"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1"/>
              <ac:spMk id="16"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1"/>
              <ac:spMk id="17"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1"/>
              <ac:spMk id="18"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1"/>
              <ac:spMk id="19"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1"/>
              <ac:spMk id="21"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1"/>
              <ac:spMk id="22" creationId="{00000000-0000-0000-0000-000000000000}"/>
            </ac:spMkLst>
          </pc:spChg>
        </pc:sldLayoutChg>
        <pc:sldLayoutChg chg="modSp">
          <pc:chgData name="Daniel Agbogidi" userId="e0f5edde3173dd4e" providerId="LiveId" clId="{502729D8-E8FF-4FF0-9DC9-E8882DDD285A}" dt="2026-10-06T05:08:43.246" v="0"/>
          <pc:sldLayoutMkLst>
            <pc:docMk/>
            <pc:sldMasterMk cId="0" sldId="2147483672"/>
            <pc:sldLayoutMk cId="0" sldId="2147483683"/>
          </pc:sldLayoutMkLst>
          <pc:spChg chg="mod">
            <ac:chgData name="Daniel Agbogidi" userId="e0f5edde3173dd4e" providerId="LiveId" clId="{502729D8-E8FF-4FF0-9DC9-E8882DDD285A}" dt="2026-10-06T05:08:43.246" v="0"/>
            <ac:spMkLst>
              <pc:docMk/>
              <pc:sldMasterMk cId="0" sldId="2147483672"/>
              <pc:sldLayoutMk cId="0" sldId="2147483683"/>
              <ac:spMk id="2"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3"/>
              <ac:spMk id="3"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3"/>
              <ac:spMk id="6"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3"/>
              <ac:spMk id="7"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3"/>
              <ac:spMk id="8"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3"/>
              <ac:spMk id="10"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3"/>
              <ac:spMk id="11"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3"/>
              <ac:spMk id="13"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3"/>
              <ac:spMk id="14" creationId="{00000000-0000-0000-0000-000000000000}"/>
            </ac:spMkLst>
          </pc:spChg>
          <pc:spChg chg="mod">
            <ac:chgData name="Daniel Agbogidi" userId="e0f5edde3173dd4e" providerId="LiveId" clId="{502729D8-E8FF-4FF0-9DC9-E8882DDD285A}" dt="2026-10-06T05:08:43.246" v="0"/>
            <ac:spMkLst>
              <pc:docMk/>
              <pc:sldMasterMk cId="0" sldId="2147483672"/>
              <pc:sldLayoutMk cId="0" sldId="2147483683"/>
              <ac:spMk id="15" creationId="{00000000-0000-0000-0000-000000000000}"/>
            </ac:spMkLst>
          </pc:spChg>
        </pc:sldLayoutChg>
        <pc:sldLayoutChg chg="addSp delSp modSp mod">
          <pc:chgData name="Daniel Agbogidi" userId="e0f5edde3173dd4e" providerId="LiveId" clId="{502729D8-E8FF-4FF0-9DC9-E8882DDD285A}" dt="2026-10-06T05:08:44.367" v="165" actId="139"/>
          <pc:sldLayoutMkLst>
            <pc:docMk/>
            <pc:sldMasterMk cId="0" sldId="2147483672"/>
            <pc:sldLayoutMk cId="1248596645" sldId="2147483684"/>
          </pc:sldLayoutMkLst>
          <pc:spChg chg="del">
            <ac:chgData name="Daniel Agbogidi" userId="e0f5edde3173dd4e" providerId="LiveId" clId="{502729D8-E8FF-4FF0-9DC9-E8882DDD285A}" dt="2026-10-06T05:08:44.133" v="147"/>
            <ac:spMkLst>
              <pc:docMk/>
              <pc:sldMasterMk cId="0" sldId="2147483672"/>
              <pc:sldLayoutMk cId="1248596645" sldId="2147483684"/>
              <ac:spMk id="2" creationId="{BD03E749-68A5-2500-BF78-CBC2D335D9A0}"/>
            </ac:spMkLst>
          </pc:spChg>
          <pc:spChg chg="del">
            <ac:chgData name="Daniel Agbogidi" userId="e0f5edde3173dd4e" providerId="LiveId" clId="{502729D8-E8FF-4FF0-9DC9-E8882DDD285A}" dt="2026-10-06T05:08:44.128" v="145"/>
            <ac:spMkLst>
              <pc:docMk/>
              <pc:sldMasterMk cId="0" sldId="2147483672"/>
              <pc:sldLayoutMk cId="1248596645" sldId="2147483684"/>
              <ac:spMk id="3" creationId="{3E0D5456-E23E-9C90-2FE6-8009BFD8844A}"/>
            </ac:spMkLst>
          </pc:spChg>
          <pc:spChg chg="del">
            <ac:chgData name="Daniel Agbogidi" userId="e0f5edde3173dd4e" providerId="LiveId" clId="{502729D8-E8FF-4FF0-9DC9-E8882DDD285A}" dt="2026-10-06T05:08:44.128" v="143"/>
            <ac:spMkLst>
              <pc:docMk/>
              <pc:sldMasterMk cId="0" sldId="2147483672"/>
              <pc:sldLayoutMk cId="1248596645" sldId="2147483684"/>
              <ac:spMk id="4" creationId="{F8D53E49-0FEC-9F20-8F01-6B63CF7FEEC7}"/>
            </ac:spMkLst>
          </pc:spChg>
          <pc:spChg chg="del">
            <ac:chgData name="Daniel Agbogidi" userId="e0f5edde3173dd4e" providerId="LiveId" clId="{502729D8-E8FF-4FF0-9DC9-E8882DDD285A}" dt="2026-10-06T05:08:44.122" v="141"/>
            <ac:spMkLst>
              <pc:docMk/>
              <pc:sldMasterMk cId="0" sldId="2147483672"/>
              <pc:sldLayoutMk cId="1248596645" sldId="2147483684"/>
              <ac:spMk id="5" creationId="{153E1D38-ED58-408B-5588-7C0DD7A9ED34}"/>
            </ac:spMkLst>
          </pc:spChg>
          <pc:spChg chg="add mod">
            <ac:chgData name="Daniel Agbogidi" userId="e0f5edde3173dd4e" providerId="LiveId" clId="{502729D8-E8FF-4FF0-9DC9-E8882DDD285A}" dt="2026-10-06T05:08:44.367" v="165" actId="139"/>
            <ac:spMkLst>
              <pc:docMk/>
              <pc:sldMasterMk cId="0" sldId="2147483672"/>
              <pc:sldLayoutMk cId="1248596645" sldId="2147483684"/>
              <ac:spMk id="6" creationId="{23D42D72-B1F6-657F-68DF-9EBCE7BF7459}"/>
            </ac:spMkLst>
          </pc:spChg>
        </pc:sldLayoutChg>
        <pc:sldLayoutChg chg="addSp delSp modSp mod">
          <pc:chgData name="Daniel Agbogidi" userId="e0f5edde3173dd4e" providerId="LiveId" clId="{502729D8-E8FF-4FF0-9DC9-E8882DDD285A}" dt="2026-10-06T05:08:44.412" v="191" actId="139"/>
          <pc:sldLayoutMkLst>
            <pc:docMk/>
            <pc:sldMasterMk cId="0" sldId="2147483672"/>
            <pc:sldLayoutMk cId="2921683437" sldId="2147483685"/>
          </pc:sldLayoutMkLst>
          <pc:spChg chg="del">
            <ac:chgData name="Daniel Agbogidi" userId="e0f5edde3173dd4e" providerId="LiveId" clId="{502729D8-E8FF-4FF0-9DC9-E8882DDD285A}" dt="2026-10-06T05:08:44.387" v="173"/>
            <ac:spMkLst>
              <pc:docMk/>
              <pc:sldMasterMk cId="0" sldId="2147483672"/>
              <pc:sldLayoutMk cId="2921683437" sldId="2147483685"/>
              <ac:spMk id="2" creationId="{DAC8D975-4F82-C528-8467-E00E246D52DD}"/>
            </ac:spMkLst>
          </pc:spChg>
          <pc:spChg chg="del">
            <ac:chgData name="Daniel Agbogidi" userId="e0f5edde3173dd4e" providerId="LiveId" clId="{502729D8-E8FF-4FF0-9DC9-E8882DDD285A}" dt="2026-10-06T05:08:44.387" v="171"/>
            <ac:spMkLst>
              <pc:docMk/>
              <pc:sldMasterMk cId="0" sldId="2147483672"/>
              <pc:sldLayoutMk cId="2921683437" sldId="2147483685"/>
              <ac:spMk id="3" creationId="{643EF270-69A6-81D7-C691-66F911AE18E9}"/>
            </ac:spMkLst>
          </pc:spChg>
          <pc:spChg chg="del">
            <ac:chgData name="Daniel Agbogidi" userId="e0f5edde3173dd4e" providerId="LiveId" clId="{502729D8-E8FF-4FF0-9DC9-E8882DDD285A}" dt="2026-10-06T05:08:44.383" v="169"/>
            <ac:spMkLst>
              <pc:docMk/>
              <pc:sldMasterMk cId="0" sldId="2147483672"/>
              <pc:sldLayoutMk cId="2921683437" sldId="2147483685"/>
              <ac:spMk id="4" creationId="{25FC9108-D022-FC60-D55A-ECDEECA9F480}"/>
            </ac:spMkLst>
          </pc:spChg>
          <pc:spChg chg="del">
            <ac:chgData name="Daniel Agbogidi" userId="e0f5edde3173dd4e" providerId="LiveId" clId="{502729D8-E8FF-4FF0-9DC9-E8882DDD285A}" dt="2026-10-06T05:08:44.379" v="167"/>
            <ac:spMkLst>
              <pc:docMk/>
              <pc:sldMasterMk cId="0" sldId="2147483672"/>
              <pc:sldLayoutMk cId="2921683437" sldId="2147483685"/>
              <ac:spMk id="5" creationId="{BF0A9A01-6E90-37E6-FDDC-83E9E5F61F94}"/>
            </ac:spMkLst>
          </pc:spChg>
          <pc:spChg chg="add mod">
            <ac:chgData name="Daniel Agbogidi" userId="e0f5edde3173dd4e" providerId="LiveId" clId="{502729D8-E8FF-4FF0-9DC9-E8882DDD285A}" dt="2026-10-06T05:08:44.412" v="191" actId="139"/>
            <ac:spMkLst>
              <pc:docMk/>
              <pc:sldMasterMk cId="0" sldId="2147483672"/>
              <pc:sldLayoutMk cId="2921683437" sldId="2147483685"/>
              <ac:spMk id="6" creationId="{8593F0CD-B76E-C9EA-B1AA-E565A516A370}"/>
            </ac:spMkLst>
          </pc:spChg>
        </pc:sldLayoutChg>
        <pc:sldLayoutChg chg="addSp delSp modSp mod setBg">
          <pc:chgData name="Daniel Agbogidi" userId="e0f5edde3173dd4e" providerId="LiveId" clId="{502729D8-E8FF-4FF0-9DC9-E8882DDD285A}" dt="2026-10-06T05:08:44.468" v="220" actId="139"/>
          <pc:sldLayoutMkLst>
            <pc:docMk/>
            <pc:sldMasterMk cId="0" sldId="2147483672"/>
            <pc:sldLayoutMk cId="744283874" sldId="2147483686"/>
          </pc:sldLayoutMkLst>
          <pc:spChg chg="del">
            <ac:chgData name="Daniel Agbogidi" userId="e0f5edde3173dd4e" providerId="LiveId" clId="{502729D8-E8FF-4FF0-9DC9-E8882DDD285A}" dt="2026-10-06T05:08:44.436" v="199"/>
            <ac:spMkLst>
              <pc:docMk/>
              <pc:sldMasterMk cId="0" sldId="2147483672"/>
              <pc:sldLayoutMk cId="744283874" sldId="2147483686"/>
              <ac:spMk id="2" creationId="{1AFF5227-6A5D-CBD8-4421-5DD0A1D60979}"/>
            </ac:spMkLst>
          </pc:spChg>
          <pc:spChg chg="del">
            <ac:chgData name="Daniel Agbogidi" userId="e0f5edde3173dd4e" providerId="LiveId" clId="{502729D8-E8FF-4FF0-9DC9-E8882DDD285A}" dt="2026-10-06T05:08:44.420" v="197"/>
            <ac:spMkLst>
              <pc:docMk/>
              <pc:sldMasterMk cId="0" sldId="2147483672"/>
              <pc:sldLayoutMk cId="744283874" sldId="2147483686"/>
              <ac:spMk id="3" creationId="{6FF03F5D-8CD6-F2EB-6D31-8C923B713E02}"/>
            </ac:spMkLst>
          </pc:spChg>
          <pc:spChg chg="del">
            <ac:chgData name="Daniel Agbogidi" userId="e0f5edde3173dd4e" providerId="LiveId" clId="{502729D8-E8FF-4FF0-9DC9-E8882DDD285A}" dt="2026-10-06T05:08:44.420" v="195"/>
            <ac:spMkLst>
              <pc:docMk/>
              <pc:sldMasterMk cId="0" sldId="2147483672"/>
              <pc:sldLayoutMk cId="744283874" sldId="2147483686"/>
              <ac:spMk id="4" creationId="{9ED0F17D-0AF6-A3E5-89EC-9104CBD3F9FF}"/>
            </ac:spMkLst>
          </pc:spChg>
          <pc:spChg chg="del">
            <ac:chgData name="Daniel Agbogidi" userId="e0f5edde3173dd4e" providerId="LiveId" clId="{502729D8-E8FF-4FF0-9DC9-E8882DDD285A}" dt="2026-10-06T05:08:44.420" v="193"/>
            <ac:spMkLst>
              <pc:docMk/>
              <pc:sldMasterMk cId="0" sldId="2147483672"/>
              <pc:sldLayoutMk cId="744283874" sldId="2147483686"/>
              <ac:spMk id="5" creationId="{5A584850-CDD0-2204-D392-AA20BCDC5553}"/>
            </ac:spMkLst>
          </pc:spChg>
          <pc:spChg chg="add mod">
            <ac:chgData name="Daniel Agbogidi" userId="e0f5edde3173dd4e" providerId="LiveId" clId="{502729D8-E8FF-4FF0-9DC9-E8882DDD285A}" dt="2026-10-06T05:08:44.468" v="220" actId="139"/>
            <ac:spMkLst>
              <pc:docMk/>
              <pc:sldMasterMk cId="0" sldId="2147483672"/>
              <pc:sldLayoutMk cId="744283874" sldId="2147483686"/>
              <ac:spMk id="6" creationId="{2A4A36B5-4579-0D27-7021-77D17F9D9800}"/>
            </ac:spMkLst>
          </pc:spChg>
        </pc:sldLayoutChg>
        <pc:sldLayoutChg chg="delSp mod">
          <pc:chgData name="Daniel Agbogidi" userId="e0f5edde3173dd4e" providerId="LiveId" clId="{502729D8-E8FF-4FF0-9DC9-E8882DDD285A}" dt="2026-10-06T05:08:44.489" v="228"/>
          <pc:sldLayoutMkLst>
            <pc:docMk/>
            <pc:sldMasterMk cId="0" sldId="2147483672"/>
            <pc:sldLayoutMk cId="2522471448" sldId="2147483687"/>
          </pc:sldLayoutMkLst>
          <pc:spChg chg="del">
            <ac:chgData name="Daniel Agbogidi" userId="e0f5edde3173dd4e" providerId="LiveId" clId="{502729D8-E8FF-4FF0-9DC9-E8882DDD285A}" dt="2026-10-06T05:08:44.489" v="228"/>
            <ac:spMkLst>
              <pc:docMk/>
              <pc:sldMasterMk cId="0" sldId="2147483672"/>
              <pc:sldLayoutMk cId="2522471448" sldId="2147483687"/>
              <ac:spMk id="2" creationId="{A0D09A70-7976-85E6-7122-AEE964307D56}"/>
            </ac:spMkLst>
          </pc:spChg>
          <pc:spChg chg="del">
            <ac:chgData name="Daniel Agbogidi" userId="e0f5edde3173dd4e" providerId="LiveId" clId="{502729D8-E8FF-4FF0-9DC9-E8882DDD285A}" dt="2026-10-06T05:08:44.489" v="226"/>
            <ac:spMkLst>
              <pc:docMk/>
              <pc:sldMasterMk cId="0" sldId="2147483672"/>
              <pc:sldLayoutMk cId="2522471448" sldId="2147483687"/>
              <ac:spMk id="3" creationId="{C90DC6BC-4CE2-CA8C-5323-B79A9E8AD9D1}"/>
            </ac:spMkLst>
          </pc:spChg>
          <pc:spChg chg="del">
            <ac:chgData name="Daniel Agbogidi" userId="e0f5edde3173dd4e" providerId="LiveId" clId="{502729D8-E8FF-4FF0-9DC9-E8882DDD285A}" dt="2026-10-06T05:08:44.489" v="224"/>
            <ac:spMkLst>
              <pc:docMk/>
              <pc:sldMasterMk cId="0" sldId="2147483672"/>
              <pc:sldLayoutMk cId="2522471448" sldId="2147483687"/>
              <ac:spMk id="4" creationId="{895BB1D7-EE5E-B07A-DA6A-364E81329E68}"/>
            </ac:spMkLst>
          </pc:spChg>
          <pc:spChg chg="del">
            <ac:chgData name="Daniel Agbogidi" userId="e0f5edde3173dd4e" providerId="LiveId" clId="{502729D8-E8FF-4FF0-9DC9-E8882DDD285A}" dt="2026-10-06T05:08:44.489" v="222"/>
            <ac:spMkLst>
              <pc:docMk/>
              <pc:sldMasterMk cId="0" sldId="2147483672"/>
              <pc:sldLayoutMk cId="2522471448" sldId="2147483687"/>
              <ac:spMk id="5" creationId="{0677ECB6-61EF-A118-5767-E7E305F2801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a:defRPr sz="1200"/>
            </a:lvl1pPr>
          </a:lstStyle>
          <a:p>
            <a:endParaRPr lang="en-US" dirty="0"/>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a:defRPr sz="1200"/>
            </a:lvl1pPr>
          </a:lstStyle>
          <a:p>
            <a:fld id="{0D6304B7-6560-41B6-9379-BEDFC834FB9B}" type="datetimeFigureOut">
              <a:rPr lang="en-US" smtClean="0"/>
              <a:pPr/>
              <a:t>10/5/2026</a:t>
            </a:fld>
            <a:endParaRPr lang="en-US" dirty="0"/>
          </a:p>
        </p:txBody>
      </p:sp>
      <p:sp>
        <p:nvSpPr>
          <p:cNvPr id="4" name="Slide Image Placeholder 3"/>
          <p:cNvSpPr>
            <a:spLocks noGrp="1" noRot="1" noChangeAspect="1"/>
          </p:cNvSpPr>
          <p:nvPr>
            <p:ph type="sldImg" idx="2"/>
          </p:nvPr>
        </p:nvSpPr>
        <p:spPr>
          <a:xfrm>
            <a:off x="427038" y="692150"/>
            <a:ext cx="6156325" cy="3463925"/>
          </a:xfrm>
          <a:prstGeom prst="rect">
            <a:avLst/>
          </a:prstGeom>
          <a:noFill/>
          <a:ln w="12700">
            <a:solidFill>
              <a:prstClr val="black"/>
            </a:solidFill>
          </a:ln>
        </p:spPr>
        <p:txBody>
          <a:bodyPr vert="horz" lIns="92830" tIns="46415" rIns="92830" bIns="46415" rtlCol="0" anchor="ctr"/>
          <a:lstStyle/>
          <a:p>
            <a:endParaRPr lang="en-US" dirty="0"/>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a:defRPr sz="1200"/>
            </a:lvl1pPr>
          </a:lstStyle>
          <a:p>
            <a:fld id="{2012352B-F7A3-4523-889A-B2A3EE822C34}" type="slidenum">
              <a:rPr lang="en-US" smtClean="0"/>
              <a:pPr/>
              <a:t>‹#›</a:t>
            </a:fld>
            <a:endParaRPr lang="en-US" dirty="0"/>
          </a:p>
        </p:txBody>
      </p:sp>
    </p:spTree>
    <p:extLst>
      <p:ext uri="{BB962C8B-B14F-4D97-AF65-F5344CB8AC3E}">
        <p14:creationId xmlns:p14="http://schemas.microsoft.com/office/powerpoint/2010/main" val="3326627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the nursing team. I'm Daniel Agbogidi, the Safe Patient Handling and Mobility (SPHM) Program Manager for VA Central California Health Care System.
This session covers:
- Why patient handling injures so many nurses
- How much weight you really move in a shift
- Which equipment to use for which patient
- The lifts you'll use here: the Sara 3000, the Maxi Sky 600 ceiling lift, the Denali 600 and the HoverMatt
- Your three habits: know your Unit Peer Leaders, use the equipment, ask for help</a:t>
            </a:r>
          </a:p>
        </p:txBody>
      </p:sp>
      <p:sp>
        <p:nvSpPr>
          <p:cNvPr id="4" name="Slide Number Placeholder 3"/>
          <p:cNvSpPr>
            <a:spLocks noGrp="1"/>
          </p:cNvSpPr>
          <p:nvPr>
            <p:ph type="sldNum" sz="quarter" idx="5"/>
          </p:nvPr>
        </p:nvSpPr>
        <p:spPr/>
        <p:txBody>
          <a:bodyPr/>
          <a:lstStyle/>
          <a:p>
            <a:fld id="{2012352B-F7A3-4523-889A-B2A3EE822C34}" type="slidenum">
              <a:rPr lang="en-US" smtClean="0"/>
              <a:pPr/>
              <a:t>1</a:t>
            </a:fld>
            <a:endParaRPr lang="en-US" dirty="0"/>
          </a:p>
        </p:txBody>
      </p:sp>
    </p:spTree>
    <p:extLst>
      <p:ext uri="{BB962C8B-B14F-4D97-AF65-F5344CB8AC3E}">
        <p14:creationId xmlns:p14="http://schemas.microsoft.com/office/powerpoint/2010/main" val="885920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Did you know? Direct patient care workers have about seven times the national average rate of musculoskeletal disorders.
The magic number to remember is 35 lb. Lifting more than 35 lb of patient weight without assistive equipment puts you at risk for injury. VHA Directive 1611 requires us to use SPHM technology above that limit, or whenever a task needs excessive force.</a:t>
            </a:r>
          </a:p>
        </p:txBody>
      </p:sp>
      <p:sp>
        <p:nvSpPr>
          <p:cNvPr id="4" name="Slide Number Placeholder 3"/>
          <p:cNvSpPr>
            <a:spLocks noGrp="1"/>
          </p:cNvSpPr>
          <p:nvPr>
            <p:ph type="sldNum" sz="quarter" idx="5"/>
          </p:nvPr>
        </p:nvSpPr>
        <p:spPr/>
        <p:txBody>
          <a:bodyPr/>
          <a:lstStyle/>
          <a:p>
            <a:fld id="{2012352B-F7A3-4523-889A-B2A3EE822C34}" type="slidenum">
              <a:rPr lang="en-US" smtClean="0"/>
              <a:pPr/>
              <a:t>2</a:t>
            </a:fld>
            <a:endParaRPr lang="en-US" dirty="0"/>
          </a:p>
        </p:txBody>
      </p:sp>
    </p:spTree>
    <p:extLst>
      <p:ext uri="{BB962C8B-B14F-4D97-AF65-F5344CB8AC3E}">
        <p14:creationId xmlns:p14="http://schemas.microsoft.com/office/powerpoint/2010/main" val="374109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injuries are not minor aches and pains.
- Every day, nurses suffer debilitating injuries from repeatedly lifting and moving patients. Many are career-ending and life-altering.
- More than any other work-related injury or illness, musculoskeletal disorders are responsible for lost work time, protracted medical care and permanent disability among health care workers.
- According to Bureau of Labor Statistics data, nursing suffers more musculoskeletal injuries than any other profession, including firefighters.</a:t>
            </a:r>
          </a:p>
        </p:txBody>
      </p:sp>
      <p:sp>
        <p:nvSpPr>
          <p:cNvPr id="4" name="Slide Number Placeholder 3"/>
          <p:cNvSpPr>
            <a:spLocks noGrp="1"/>
          </p:cNvSpPr>
          <p:nvPr>
            <p:ph type="sldNum" sz="quarter" idx="5"/>
          </p:nvPr>
        </p:nvSpPr>
        <p:spPr/>
        <p:txBody>
          <a:bodyPr/>
          <a:lstStyle/>
          <a:p>
            <a:fld id="{2012352B-F7A3-4523-889A-B2A3EE822C34}" type="slidenum">
              <a:rPr lang="en-US" smtClean="0"/>
              <a:pPr/>
              <a:t>3</a:t>
            </a:fld>
            <a:endParaRPr lang="en-US" dirty="0"/>
          </a:p>
        </p:txBody>
      </p:sp>
    </p:spTree>
    <p:extLst>
      <p:ext uri="{BB962C8B-B14F-4D97-AF65-F5344CB8AC3E}">
        <p14:creationId xmlns:p14="http://schemas.microsoft.com/office/powerpoint/2010/main" val="1885464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Repeated lifting and forceful movements during patient care lead to serious health problems for health care workers.
The most common tasks that lead to injury are:
- Lifting
- Transferring
- Repositioning
These are the exact tasks our lifts, slings and friction-reducing devices are designed for.</a:t>
            </a:r>
          </a:p>
        </p:txBody>
      </p:sp>
      <p:sp>
        <p:nvSpPr>
          <p:cNvPr id="4" name="Slide Number Placeholder 3"/>
          <p:cNvSpPr>
            <a:spLocks noGrp="1"/>
          </p:cNvSpPr>
          <p:nvPr>
            <p:ph type="sldNum" sz="quarter" idx="5"/>
          </p:nvPr>
        </p:nvSpPr>
        <p:spPr/>
        <p:txBody>
          <a:bodyPr/>
          <a:lstStyle/>
          <a:p>
            <a:fld id="{2012352B-F7A3-4523-889A-B2A3EE822C34}" type="slidenum">
              <a:rPr lang="en-US" smtClean="0"/>
              <a:pPr/>
              <a:t>4</a:t>
            </a:fld>
            <a:endParaRPr lang="en-US" dirty="0"/>
          </a:p>
        </p:txBody>
      </p:sp>
    </p:spTree>
    <p:extLst>
      <p:ext uri="{BB962C8B-B14F-4D97-AF65-F5344CB8AC3E}">
        <p14:creationId xmlns:p14="http://schemas.microsoft.com/office/powerpoint/2010/main" val="3054802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Nurses lift an average of 1.8 tons every shift, about 3,600 lb.
Think about this the next time you choose not to use the lift. That's about the same as:
- 576,000 pennies
- 549 bricks
- and yes, one hippo!
Such strain over time results in career-ending and life-altering musculoskeletal disorders. In what other industry would it be permissible to lift 1.8 tons day in and day out? Why should nursing be any different?</a:t>
            </a:r>
          </a:p>
        </p:txBody>
      </p:sp>
      <p:sp>
        <p:nvSpPr>
          <p:cNvPr id="4" name="Slide Number Placeholder 3"/>
          <p:cNvSpPr>
            <a:spLocks noGrp="1"/>
          </p:cNvSpPr>
          <p:nvPr>
            <p:ph type="sldNum" sz="quarter" idx="5"/>
          </p:nvPr>
        </p:nvSpPr>
        <p:spPr/>
        <p:txBody>
          <a:bodyPr/>
          <a:lstStyle/>
          <a:p>
            <a:fld id="{2012352B-F7A3-4523-889A-B2A3EE822C34}" type="slidenum">
              <a:rPr lang="en-US" smtClean="0"/>
              <a:pPr/>
              <a:t>5</a:t>
            </a:fld>
            <a:endParaRPr lang="en-US" dirty="0"/>
          </a:p>
        </p:txBody>
      </p:sp>
    </p:spTree>
    <p:extLst>
      <p:ext uri="{BB962C8B-B14F-4D97-AF65-F5344CB8AC3E}">
        <p14:creationId xmlns:p14="http://schemas.microsoft.com/office/powerpoint/2010/main" val="2125008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should nursing be any different? It shouldn't.
Using equipment is like gloving and washing your hands. It isn't a mere suggestion. It's an expectation, all day, every day.
You'd never skip hand hygiene because you were busy. Treat the lift the same way: for every lift, transfer and reposition above 35 lb of patient weight.</a:t>
            </a:r>
          </a:p>
        </p:txBody>
      </p:sp>
      <p:sp>
        <p:nvSpPr>
          <p:cNvPr id="4" name="Slide Number Placeholder 3"/>
          <p:cNvSpPr>
            <a:spLocks noGrp="1"/>
          </p:cNvSpPr>
          <p:nvPr>
            <p:ph type="sldNum" sz="quarter" idx="5"/>
          </p:nvPr>
        </p:nvSpPr>
        <p:spPr/>
        <p:txBody>
          <a:bodyPr/>
          <a:lstStyle/>
          <a:p>
            <a:fld id="{2012352B-F7A3-4523-889A-B2A3EE822C34}" type="slidenum">
              <a:rPr lang="en-US" smtClean="0"/>
              <a:pPr/>
              <a:t>6</a:t>
            </a:fld>
            <a:endParaRPr lang="en-US" dirty="0"/>
          </a:p>
        </p:txBody>
      </p:sp>
    </p:spTree>
    <p:extLst>
      <p:ext uri="{BB962C8B-B14F-4D97-AF65-F5344CB8AC3E}">
        <p14:creationId xmlns:p14="http://schemas.microsoft.com/office/powerpoint/2010/main" val="1754241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Match the equipment to how much help the patient needs:
1. Totally dependent patient: full-sling mechanical lift (ceiling lift or floor lift).
2. Extensive assistance: full-sling lift, or a stand-assist lift if the patient can bear weight.
3. Lifting a dependent patient from the floor: full-sling mechanical lift, and make sure you have enough help.
4. Limited assistance: stand-assist lift, plus a friction-reducing device for repositioning.
When in doubt, ask your Unit Peer Leader, or choose the option with more support.</a:t>
            </a:r>
          </a:p>
        </p:txBody>
      </p:sp>
      <p:sp>
        <p:nvSpPr>
          <p:cNvPr id="4" name="Slide Number Placeholder 3"/>
          <p:cNvSpPr>
            <a:spLocks noGrp="1"/>
          </p:cNvSpPr>
          <p:nvPr>
            <p:ph type="sldNum" sz="quarter" idx="5"/>
          </p:nvPr>
        </p:nvSpPr>
        <p:spPr/>
        <p:txBody>
          <a:bodyPr/>
          <a:lstStyle/>
          <a:p>
            <a:fld id="{2012352B-F7A3-4523-889A-B2A3EE822C34}" type="slidenum">
              <a:rPr lang="en-US" smtClean="0"/>
              <a:pPr/>
              <a:t>7</a:t>
            </a:fld>
            <a:endParaRPr lang="en-US" dirty="0"/>
          </a:p>
        </p:txBody>
      </p:sp>
    </p:spTree>
    <p:extLst>
      <p:ext uri="{BB962C8B-B14F-4D97-AF65-F5344CB8AC3E}">
        <p14:creationId xmlns:p14="http://schemas.microsoft.com/office/powerpoint/2010/main" val="4059996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habits prevent injuries to yourself and your patients:
1. Know your Unit Peer Leaders. Every unit has them. They're your go-to experts for equipment questions and hands-on help.
2. Use the lift equipment, every time.
3. Ask for help. Get enough people before you start the move, not halfway through.</a:t>
            </a:r>
          </a:p>
        </p:txBody>
      </p:sp>
      <p:sp>
        <p:nvSpPr>
          <p:cNvPr id="4" name="Slide Number Placeholder 3"/>
          <p:cNvSpPr>
            <a:spLocks noGrp="1"/>
          </p:cNvSpPr>
          <p:nvPr>
            <p:ph type="sldNum" sz="quarter" idx="5"/>
          </p:nvPr>
        </p:nvSpPr>
        <p:spPr/>
        <p:txBody>
          <a:bodyPr/>
          <a:lstStyle/>
          <a:p>
            <a:fld id="{2012352B-F7A3-4523-889A-B2A3EE822C34}" type="slidenum">
              <a:rPr lang="en-US" smtClean="0"/>
              <a:pPr/>
              <a:t>8</a:t>
            </a:fld>
            <a:endParaRPr lang="en-US" dirty="0"/>
          </a:p>
        </p:txBody>
      </p:sp>
    </p:spTree>
    <p:extLst>
      <p:ext uri="{BB962C8B-B14F-4D97-AF65-F5344CB8AC3E}">
        <p14:creationId xmlns:p14="http://schemas.microsoft.com/office/powerpoint/2010/main" val="155798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at VA Central California:
- We have a designated SPHM program.
- Unit Peer Leaders are on each unit.
- Lifting equipment is available, including ceiling lifts, Sara lifts, Maxi lifts, HoverJacks and HoverMatts, roll boards and stand aids.
Remember to ask for help and use the lifting equipment.</a:t>
            </a:r>
          </a:p>
        </p:txBody>
      </p:sp>
      <p:sp>
        <p:nvSpPr>
          <p:cNvPr id="4" name="Slide Number Placeholder 3"/>
          <p:cNvSpPr>
            <a:spLocks noGrp="1"/>
          </p:cNvSpPr>
          <p:nvPr>
            <p:ph type="sldNum" sz="quarter" idx="5"/>
          </p:nvPr>
        </p:nvSpPr>
        <p:spPr/>
        <p:txBody>
          <a:bodyPr/>
          <a:lstStyle/>
          <a:p>
            <a:fld id="{2012352B-F7A3-4523-889A-B2A3EE822C34}" type="slidenum">
              <a:rPr lang="en-US" smtClean="0"/>
              <a:pPr/>
              <a:t>9</a:t>
            </a:fld>
            <a:endParaRPr lang="en-US" dirty="0"/>
          </a:p>
        </p:txBody>
      </p:sp>
    </p:spTree>
    <p:extLst>
      <p:ext uri="{BB962C8B-B14F-4D97-AF65-F5344CB8AC3E}">
        <p14:creationId xmlns:p14="http://schemas.microsoft.com/office/powerpoint/2010/main" val="776259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Doesn't this look better?
Compare these pictures with the injuries we just talked about. With the right equipment (ceiling lifts, floor lifts, stand-assist lifts, air-assisted transfer devices and slings), staff stay upright and the equipment does the work. Patients are safer and more comfortable too.</a:t>
            </a:r>
          </a:p>
        </p:txBody>
      </p:sp>
      <p:sp>
        <p:nvSpPr>
          <p:cNvPr id="4" name="Slide Number Placeholder 3"/>
          <p:cNvSpPr>
            <a:spLocks noGrp="1"/>
          </p:cNvSpPr>
          <p:nvPr>
            <p:ph type="sldNum" sz="quarter" idx="5"/>
          </p:nvPr>
        </p:nvSpPr>
        <p:spPr/>
        <p:txBody>
          <a:bodyPr/>
          <a:lstStyle/>
          <a:p>
            <a:fld id="{2012352B-F7A3-4523-889A-B2A3EE822C34}" type="slidenum">
              <a:rPr lang="en-US" smtClean="0"/>
              <a:pPr/>
              <a:t>10</a:t>
            </a:fld>
            <a:endParaRPr lang="en-US" dirty="0"/>
          </a:p>
        </p:txBody>
      </p:sp>
    </p:spTree>
    <p:extLst>
      <p:ext uri="{BB962C8B-B14F-4D97-AF65-F5344CB8AC3E}">
        <p14:creationId xmlns:p14="http://schemas.microsoft.com/office/powerpoint/2010/main" val="444416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the equipment. Each device has a short manufacturer video, so you'll see it in action.
Your Unit Peer Leaders will give you hands-on training on the equipment on your unit.</a:t>
            </a:r>
          </a:p>
        </p:txBody>
      </p:sp>
      <p:sp>
        <p:nvSpPr>
          <p:cNvPr id="4" name="Slide Number Placeholder 3"/>
          <p:cNvSpPr>
            <a:spLocks noGrp="1"/>
          </p:cNvSpPr>
          <p:nvPr>
            <p:ph type="sldNum" sz="quarter" idx="5"/>
          </p:nvPr>
        </p:nvSpPr>
        <p:spPr/>
        <p:txBody>
          <a:bodyPr/>
          <a:lstStyle/>
          <a:p>
            <a:fld id="{2012352B-F7A3-4523-889A-B2A3EE822C34}" type="slidenum">
              <a:rPr lang="en-US" smtClean="0"/>
              <a:pPr/>
              <a:t>11</a:t>
            </a:fld>
            <a:endParaRPr lang="en-US" dirty="0"/>
          </a:p>
        </p:txBody>
      </p:sp>
    </p:spTree>
    <p:extLst>
      <p:ext uri="{BB962C8B-B14F-4D97-AF65-F5344CB8AC3E}">
        <p14:creationId xmlns:p14="http://schemas.microsoft.com/office/powerpoint/2010/main" val="3838383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ARJO Sara 3000 is a powered stand-assist (sit-to-stand) lift. It's for patients who can bear some weight and need help to stand: sit-to-stand transfers, toileting and short repositioning moves.
Video: https://youtu.be/lTtYo0gv-0c (Sara 3000, 3:35). The Sara Stedy video runs 4:35.
The next slide has the embedded video.</a:t>
            </a:r>
          </a:p>
        </p:txBody>
      </p:sp>
      <p:sp>
        <p:nvSpPr>
          <p:cNvPr id="4" name="Slide Number Placeholder 3"/>
          <p:cNvSpPr>
            <a:spLocks noGrp="1"/>
          </p:cNvSpPr>
          <p:nvPr>
            <p:ph type="sldNum" sz="quarter" idx="5"/>
          </p:nvPr>
        </p:nvSpPr>
        <p:spPr/>
        <p:txBody>
          <a:bodyPr/>
          <a:lstStyle/>
          <a:p>
            <a:fld id="{2012352B-F7A3-4523-889A-B2A3EE822C34}" type="slidenum">
              <a:rPr lang="en-US" smtClean="0"/>
              <a:pPr/>
              <a:t>12</a:t>
            </a:fld>
            <a:endParaRPr lang="en-US" dirty="0"/>
          </a:p>
        </p:txBody>
      </p:sp>
    </p:spTree>
    <p:extLst>
      <p:ext uri="{BB962C8B-B14F-4D97-AF65-F5344CB8AC3E}">
        <p14:creationId xmlns:p14="http://schemas.microsoft.com/office/powerpoint/2010/main" val="17139673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VIDEO: Sara 3000, about 3:35]</a:t>
            </a:r>
          </a:p>
          <a:p>
            <a:endParaRPr lang="en-US"/>
          </a:p>
          <a:p>
            <a:r>
              <a:rPr lang="en-US"/>
              <a:t>Watch for: how the patient is positioned, how the leg and trunk supports are applied, and how the lift raises the patient to standing.</a:t>
            </a:r>
          </a:p>
          <a:p>
            <a:endParaRPr lang="en-US"/>
          </a:p>
          <a:p>
            <a:r>
              <a:rPr lang="en-US"/>
              <a:t>Backup link: https://youtu.be/lTtYo0gv-0c</a:t>
            </a:r>
          </a:p>
        </p:txBody>
      </p:sp>
      <p:sp>
        <p:nvSpPr>
          <p:cNvPr id="4" name="Slide Number Placeholder 3"/>
          <p:cNvSpPr>
            <a:spLocks noGrp="1"/>
          </p:cNvSpPr>
          <p:nvPr>
            <p:ph type="sldNum" sz="quarter" idx="5"/>
          </p:nvPr>
        </p:nvSpPr>
        <p:spPr/>
        <p:txBody>
          <a:bodyPr/>
          <a:lstStyle/>
          <a:p>
            <a:fld id="{2012352B-F7A3-4523-889A-B2A3EE822C34}" type="slidenum">
              <a:rPr lang="en-US" smtClean="0"/>
              <a:pPr/>
              <a:t>13</a:t>
            </a:fld>
            <a:endParaRPr lang="en-US" dirty="0"/>
          </a:p>
        </p:txBody>
      </p:sp>
    </p:spTree>
    <p:extLst>
      <p:ext uri="{BB962C8B-B14F-4D97-AF65-F5344CB8AC3E}">
        <p14:creationId xmlns:p14="http://schemas.microsoft.com/office/powerpoint/2010/main" val="3334907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ARJO Maxi Sky 600 is our ceiling lift.
Ceiling lift installation started here in 2008, with the goal of ceiling lift coverage for 100% of inpatient beds. We're continually expanding the SPHM program through equipment procurement and training.
Your Unit Peer Leader is your expert. Find them, and use them to improve SPHM in your work area.
Video: https://youtu.be/4yJVH2rnehM (3:47). The next slide has the embedded video.</a:t>
            </a:r>
          </a:p>
        </p:txBody>
      </p:sp>
      <p:sp>
        <p:nvSpPr>
          <p:cNvPr id="4" name="Slide Number Placeholder 3"/>
          <p:cNvSpPr>
            <a:spLocks noGrp="1"/>
          </p:cNvSpPr>
          <p:nvPr>
            <p:ph type="sldNum" sz="quarter" idx="5"/>
          </p:nvPr>
        </p:nvSpPr>
        <p:spPr/>
        <p:txBody>
          <a:bodyPr/>
          <a:lstStyle/>
          <a:p>
            <a:fld id="{2012352B-F7A3-4523-889A-B2A3EE822C34}" type="slidenum">
              <a:rPr lang="en-US" smtClean="0"/>
              <a:pPr/>
              <a:t>14</a:t>
            </a:fld>
            <a:endParaRPr lang="en-US" dirty="0"/>
          </a:p>
        </p:txBody>
      </p:sp>
    </p:spTree>
    <p:extLst>
      <p:ext uri="{BB962C8B-B14F-4D97-AF65-F5344CB8AC3E}">
        <p14:creationId xmlns:p14="http://schemas.microsoft.com/office/powerpoint/2010/main" val="18012859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VIDEO: Maxi Sky 600, about 3:47]</a:t>
            </a:r>
          </a:p>
          <a:p>
            <a:endParaRPr lang="en-US"/>
          </a:p>
          <a:p>
            <a:r>
              <a:rPr lang="en-US"/>
              <a:t>Watch for: choosing and applying the sling, attaching it to the spreader bar, and using the hand control.</a:t>
            </a:r>
          </a:p>
          <a:p>
            <a:endParaRPr lang="en-US"/>
          </a:p>
          <a:p>
            <a:r>
              <a:rPr lang="en-US"/>
              <a:t>Backup link: https://youtu.be/4yJVH2rnehM</a:t>
            </a:r>
          </a:p>
        </p:txBody>
      </p:sp>
      <p:sp>
        <p:nvSpPr>
          <p:cNvPr id="4" name="Slide Number Placeholder 3"/>
          <p:cNvSpPr>
            <a:spLocks noGrp="1"/>
          </p:cNvSpPr>
          <p:nvPr>
            <p:ph type="sldNum" sz="quarter" idx="5"/>
          </p:nvPr>
        </p:nvSpPr>
        <p:spPr/>
        <p:txBody>
          <a:bodyPr/>
          <a:lstStyle/>
          <a:p>
            <a:fld id="{2012352B-F7A3-4523-889A-B2A3EE822C34}" type="slidenum">
              <a:rPr lang="en-US" smtClean="0"/>
              <a:pPr/>
              <a:t>15</a:t>
            </a:fld>
            <a:endParaRPr lang="en-US" dirty="0"/>
          </a:p>
        </p:txBody>
      </p:sp>
    </p:spTree>
    <p:extLst>
      <p:ext uri="{BB962C8B-B14F-4D97-AF65-F5344CB8AC3E}">
        <p14:creationId xmlns:p14="http://schemas.microsoft.com/office/powerpoint/2010/main" val="3321706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WY'East Denali 600 is a power-driven mobile floor lift. It's a great all-around lift, used in place of a ceiling lift if the room doesn't have one, or if a work order has been placed for repair.
Video: https://youtu.be/kh2KM0ooxIY (3:22). The next slide has the embedded video.</a:t>
            </a:r>
          </a:p>
        </p:txBody>
      </p:sp>
      <p:sp>
        <p:nvSpPr>
          <p:cNvPr id="4" name="Slide Number Placeholder 3"/>
          <p:cNvSpPr>
            <a:spLocks noGrp="1"/>
          </p:cNvSpPr>
          <p:nvPr>
            <p:ph type="sldNum" sz="quarter" idx="5"/>
          </p:nvPr>
        </p:nvSpPr>
        <p:spPr/>
        <p:txBody>
          <a:bodyPr/>
          <a:lstStyle/>
          <a:p>
            <a:fld id="{2012352B-F7A3-4523-889A-B2A3EE822C34}" type="slidenum">
              <a:rPr lang="en-US" smtClean="0"/>
              <a:pPr/>
              <a:t>16</a:t>
            </a:fld>
            <a:endParaRPr lang="en-US" dirty="0"/>
          </a:p>
        </p:txBody>
      </p:sp>
    </p:spTree>
    <p:extLst>
      <p:ext uri="{BB962C8B-B14F-4D97-AF65-F5344CB8AC3E}">
        <p14:creationId xmlns:p14="http://schemas.microsoft.com/office/powerpoint/2010/main" val="3964969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VIDEO: Denali 600, about 3:22]</a:t>
            </a:r>
          </a:p>
          <a:p>
            <a:endParaRPr lang="en-US"/>
          </a:p>
          <a:p>
            <a:r>
              <a:rPr lang="en-US"/>
              <a:t>Watch for: positioning the base, locking and unlocking the wheels, and attaching the sling.</a:t>
            </a:r>
          </a:p>
          <a:p>
            <a:endParaRPr lang="en-US"/>
          </a:p>
          <a:p>
            <a:r>
              <a:rPr lang="en-US"/>
              <a:t>Backup link: https://youtu.be/kh2KM0ooxIY</a:t>
            </a:r>
          </a:p>
        </p:txBody>
      </p:sp>
      <p:sp>
        <p:nvSpPr>
          <p:cNvPr id="4" name="Slide Number Placeholder 3"/>
          <p:cNvSpPr>
            <a:spLocks noGrp="1"/>
          </p:cNvSpPr>
          <p:nvPr>
            <p:ph type="sldNum" sz="quarter" idx="5"/>
          </p:nvPr>
        </p:nvSpPr>
        <p:spPr/>
        <p:txBody>
          <a:bodyPr/>
          <a:lstStyle/>
          <a:p>
            <a:fld id="{2012352B-F7A3-4523-889A-B2A3EE822C34}" type="slidenum">
              <a:rPr lang="en-US" smtClean="0"/>
              <a:pPr/>
              <a:t>17</a:t>
            </a:fld>
            <a:endParaRPr lang="en-US" dirty="0"/>
          </a:p>
        </p:txBody>
      </p:sp>
    </p:spTree>
    <p:extLst>
      <p:ext uri="{BB962C8B-B14F-4D97-AF65-F5344CB8AC3E}">
        <p14:creationId xmlns:p14="http://schemas.microsoft.com/office/powerpoint/2010/main" val="25762115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HoverMatt is an air-assisted lateral transfer device. Air flows through the mattress so the patient floats on a cushion of air, which greatly reduces the force needed for lateral transfers (bed to stretcher) and for boosting up in bed.
Video: https://youtu.be/fTBAI7H9-Eg. The next slide has the embedded video.</a:t>
            </a:r>
          </a:p>
        </p:txBody>
      </p:sp>
      <p:sp>
        <p:nvSpPr>
          <p:cNvPr id="4" name="Slide Number Placeholder 3"/>
          <p:cNvSpPr>
            <a:spLocks noGrp="1"/>
          </p:cNvSpPr>
          <p:nvPr>
            <p:ph type="sldNum" sz="quarter" idx="5"/>
          </p:nvPr>
        </p:nvSpPr>
        <p:spPr/>
        <p:txBody>
          <a:bodyPr/>
          <a:lstStyle/>
          <a:p>
            <a:fld id="{2012352B-F7A3-4523-889A-B2A3EE822C34}" type="slidenum">
              <a:rPr lang="en-US" smtClean="0"/>
              <a:pPr/>
              <a:t>18</a:t>
            </a:fld>
            <a:endParaRPr lang="en-US" dirty="0"/>
          </a:p>
        </p:txBody>
      </p:sp>
    </p:spTree>
    <p:extLst>
      <p:ext uri="{BB962C8B-B14F-4D97-AF65-F5344CB8AC3E}">
        <p14:creationId xmlns:p14="http://schemas.microsoft.com/office/powerpoint/2010/main" val="2795967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VIDEO: HoverMatt]</a:t>
            </a:r>
          </a:p>
          <a:p>
            <a:endParaRPr lang="en-US"/>
          </a:p>
          <a:p>
            <a:r>
              <a:rPr lang="en-US"/>
              <a:t>Watch for: placing the mattress, connecting the air supply, and the number of staff needed for a lateral transfer.</a:t>
            </a:r>
          </a:p>
          <a:p>
            <a:endParaRPr lang="en-US"/>
          </a:p>
          <a:p>
            <a:r>
              <a:rPr lang="en-US"/>
              <a:t>Backup link: https://youtu.be/fTBAI7H9-Eg</a:t>
            </a:r>
          </a:p>
        </p:txBody>
      </p:sp>
      <p:sp>
        <p:nvSpPr>
          <p:cNvPr id="4" name="Slide Number Placeholder 3"/>
          <p:cNvSpPr>
            <a:spLocks noGrp="1"/>
          </p:cNvSpPr>
          <p:nvPr>
            <p:ph type="sldNum" sz="quarter" idx="5"/>
          </p:nvPr>
        </p:nvSpPr>
        <p:spPr/>
        <p:txBody>
          <a:bodyPr/>
          <a:lstStyle/>
          <a:p>
            <a:fld id="{2012352B-F7A3-4523-889A-B2A3EE822C34}" type="slidenum">
              <a:rPr lang="en-US" smtClean="0"/>
              <a:pPr/>
              <a:t>19</a:t>
            </a:fld>
            <a:endParaRPr lang="en-US" dirty="0"/>
          </a:p>
        </p:txBody>
      </p:sp>
    </p:spTree>
    <p:extLst>
      <p:ext uri="{BB962C8B-B14F-4D97-AF65-F5344CB8AC3E}">
        <p14:creationId xmlns:p14="http://schemas.microsoft.com/office/powerpoint/2010/main" val="9363564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Resources for more information:
- VHA Patient Safety Center
- American Nurses Association, occupational safety and health
- OSHA, ergonomics
And your best resource is on your unit: your Unit Peer Leaders, and me, your SPHM Program Manager.</a:t>
            </a:r>
          </a:p>
        </p:txBody>
      </p:sp>
      <p:sp>
        <p:nvSpPr>
          <p:cNvPr id="4" name="Slide Number Placeholder 3"/>
          <p:cNvSpPr>
            <a:spLocks noGrp="1"/>
          </p:cNvSpPr>
          <p:nvPr>
            <p:ph type="sldNum" sz="quarter" idx="5"/>
          </p:nvPr>
        </p:nvSpPr>
        <p:spPr/>
        <p:txBody>
          <a:bodyPr/>
          <a:lstStyle/>
          <a:p>
            <a:fld id="{2012352B-F7A3-4523-889A-B2A3EE822C34}" type="slidenum">
              <a:rPr lang="en-US" smtClean="0"/>
              <a:pPr/>
              <a:t>20</a:t>
            </a:fld>
            <a:endParaRPr lang="en-US" dirty="0"/>
          </a:p>
        </p:txBody>
      </p:sp>
    </p:spTree>
    <p:extLst>
      <p:ext uri="{BB962C8B-B14F-4D97-AF65-F5344CB8AC3E}">
        <p14:creationId xmlns:p14="http://schemas.microsoft.com/office/powerpoint/2010/main" val="22532348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and welcome to VA Central California Health Care System.
Remember:
- Don't manually lift more than 35 lb of patient weight. Use the equipment.
- Match the equipment to the patient's dependency level.
- Know your Unit Peer Leaders, use the lift, and ask for help.
Questions? Contact me, Daniel Agbogidi, your SPHM Program Manager.</a:t>
            </a:r>
          </a:p>
        </p:txBody>
      </p:sp>
      <p:sp>
        <p:nvSpPr>
          <p:cNvPr id="4" name="Slide Number Placeholder 3"/>
          <p:cNvSpPr>
            <a:spLocks noGrp="1"/>
          </p:cNvSpPr>
          <p:nvPr>
            <p:ph type="sldNum" sz="quarter" idx="5"/>
          </p:nvPr>
        </p:nvSpPr>
        <p:spPr/>
        <p:txBody>
          <a:bodyPr/>
          <a:lstStyle/>
          <a:p>
            <a:fld id="{2012352B-F7A3-4523-889A-B2A3EE822C34}" type="slidenum">
              <a:rPr lang="en-US" smtClean="0"/>
              <a:pPr/>
              <a:t>21</a:t>
            </a:fld>
            <a:endParaRPr lang="en-US" dirty="0"/>
          </a:p>
        </p:txBody>
      </p:sp>
    </p:spTree>
    <p:extLst>
      <p:ext uri="{BB962C8B-B14F-4D97-AF65-F5344CB8AC3E}">
        <p14:creationId xmlns:p14="http://schemas.microsoft.com/office/powerpoint/2010/main" val="488212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SPHM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3D42D72-B1F6-657F-68DF-9EBCE7BF7459}"/>
              </a:ext>
            </a:extLst>
          </p:cNvPr>
          <p:cNvSpPr>
            <a:spLocks noGrp="1"/>
          </p:cNvSpPr>
          <p:nvPr>
            <p:ph type="title" idx="10"/>
          </p:nvPr>
        </p:nvSpPr>
        <p:spPr>
          <a:xfrm>
            <a:off x="609600" y="406400"/>
            <a:ext cx="10972800" cy="660400"/>
          </a:xfrm>
        </p:spPr>
        <p:txBody>
          <a:bodyPr wrap="square" lIns="0" tIns="0" rIns="0" bIns="0" anchor="t">
            <a:noAutofit/>
          </a:bodyPr>
          <a:lstStyle>
            <a:lvl1pPr algn="l">
              <a:defRPr sz="3000" b="1">
                <a:solidFill>
                  <a:srgbClr val="1B365D"/>
                </a:solidFill>
                <a:latin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1248596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SPHM Content + Illustra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593F0CD-B76E-C9EA-B1AA-E565A516A370}"/>
              </a:ext>
            </a:extLst>
          </p:cNvPr>
          <p:cNvSpPr>
            <a:spLocks noGrp="1"/>
          </p:cNvSpPr>
          <p:nvPr>
            <p:ph type="title" idx="10"/>
          </p:nvPr>
        </p:nvSpPr>
        <p:spPr>
          <a:xfrm>
            <a:off x="609600" y="457200"/>
            <a:ext cx="5461000" cy="1066800"/>
          </a:xfrm>
        </p:spPr>
        <p:txBody>
          <a:bodyPr wrap="square" lIns="0" tIns="0" rIns="0" bIns="0" anchor="t">
            <a:noAutofit/>
          </a:bodyPr>
          <a:lstStyle>
            <a:lvl1pPr algn="l">
              <a:defRPr sz="3000" b="1">
                <a:solidFill>
                  <a:srgbClr val="1B365D"/>
                </a:solidFill>
                <a:latin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2921683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PHM Section">
    <p:bg>
      <p:bgPr>
        <a:solidFill>
          <a:srgbClr val="1B365D"/>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4A36B5-4579-0D27-7021-77D17F9D9800}"/>
              </a:ext>
            </a:extLst>
          </p:cNvPr>
          <p:cNvSpPr>
            <a:spLocks noGrp="1"/>
          </p:cNvSpPr>
          <p:nvPr>
            <p:ph type="title" idx="10"/>
          </p:nvPr>
        </p:nvSpPr>
        <p:spPr>
          <a:xfrm>
            <a:off x="609600" y="2235200"/>
            <a:ext cx="5334000" cy="1905000"/>
          </a:xfrm>
        </p:spPr>
        <p:txBody>
          <a:bodyPr wrap="square" lIns="0" tIns="0" rIns="0" bIns="0" anchor="t">
            <a:noAutofit/>
          </a:bodyPr>
          <a:lstStyle>
            <a:lvl1pPr algn="l">
              <a:defRPr sz="4000" b="1">
                <a:solidFill>
                  <a:srgbClr val="FFFFFF"/>
                </a:solidFill>
                <a:latin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744283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SPHM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24714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E2ECF7"/>
            </a:gs>
          </a:gsLst>
          <a:lin ang="5400000" scaled="1"/>
          <a:tileRect/>
        </a:gradFill>
        <a:effectLst/>
      </p:bgPr>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6" name="Rectangle 15"/>
          <p:cNvSpPr>
            <a:spLocks noChangeArrowheads="1"/>
          </p:cNvSpPr>
          <p:nvPr/>
        </p:nvSpPr>
        <p:spPr bwMode="white">
          <a:xfrm>
            <a:off x="0" y="1"/>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9" name="Rectangle 8"/>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F1ED6BED-F6C4-448D-A499-F7EAE3BAE9C9}" type="datetimeFigureOut">
              <a:rPr lang="en-US" smtClean="0"/>
              <a:pPr/>
              <a:t>10/5/2026</a:t>
            </a:fld>
            <a:endParaRPr lang="en-US" dirty="0"/>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dirty="0"/>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dirty="0"/>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3" name="Slide Number Placeholder 22"/>
          <p:cNvSpPr>
            <a:spLocks noGrp="1"/>
          </p:cNvSpPr>
          <p:nvPr>
            <p:ph type="sldNum" sz="quarter" idx="4"/>
          </p:nvPr>
        </p:nvSpPr>
        <p:spPr>
          <a:xfrm>
            <a:off x="5791200" y="1040175"/>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96F3B079-3A15-42FA-A3F2-B2FFDF775CC0}" type="slidenum">
              <a:rPr lang="en-US" smtClean="0"/>
              <a:pPr/>
              <a:t>‹#›</a:t>
            </a:fld>
            <a:endParaRPr lang="en-US" dirty="0"/>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jpg"/><Relationship Id="rId10" Type="http://schemas.openxmlformats.org/officeDocument/2006/relationships/image" Target="../media/image19.png"/><Relationship Id="rId4" Type="http://schemas.openxmlformats.org/officeDocument/2006/relationships/image" Target="../media/image13.jp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youtu.be/lTtYo0gv-0c"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video" Target="https://www.youtube.com/embed/lTtYo0gv-0c?feature=oembed" TargetMode="External"/><Relationship Id="rId5" Type="http://schemas.openxmlformats.org/officeDocument/2006/relationships/hyperlink" Target="https://youtu.be/lTtYo0gv-0c" TargetMode="External"/><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hyperlink" Target="https://youtu.be/4yJVH2rneh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video" Target="https://www.youtube.com/embed/4yJVH2rnehM?feature=oembed" TargetMode="External"/><Relationship Id="rId5" Type="http://schemas.openxmlformats.org/officeDocument/2006/relationships/hyperlink" Target="https://youtu.be/4yJVH2rnehM" TargetMode="External"/><Relationship Id="rId4" Type="http://schemas.openxmlformats.org/officeDocument/2006/relationships/image" Target="../media/image27.jpeg"/></Relationships>
</file>

<file path=ppt/slides/_rels/slide16.xml.rels><?xml version="1.0" encoding="UTF-8" standalone="yes"?>
<Relationships xmlns="http://schemas.openxmlformats.org/package/2006/relationships"><Relationship Id="rId3" Type="http://schemas.openxmlformats.org/officeDocument/2006/relationships/hyperlink" Target="https://youtu.be/kh2KM0ooxIY"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video" Target="https://www.youtube.com/embed/kh2KM0ooxIY?feature=oembed" TargetMode="External"/><Relationship Id="rId5" Type="http://schemas.openxmlformats.org/officeDocument/2006/relationships/hyperlink" Target="https://youtu.be/kh2KM0ooxIY" TargetMode="External"/><Relationship Id="rId4" Type="http://schemas.openxmlformats.org/officeDocument/2006/relationships/image" Target="../media/image28.jpeg"/></Relationships>
</file>

<file path=ppt/slides/_rels/slide18.xml.rels><?xml version="1.0" encoding="UTF-8" standalone="yes"?>
<Relationships xmlns="http://schemas.openxmlformats.org/package/2006/relationships"><Relationship Id="rId3" Type="http://schemas.openxmlformats.org/officeDocument/2006/relationships/hyperlink" Target="https://youtu.be/fTBAI7H9-Eg"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video" Target="https://www.youtube.com/embed/fTBAI7H9-Eg?feature=oembed" TargetMode="External"/><Relationship Id="rId5" Type="http://schemas.openxmlformats.org/officeDocument/2006/relationships/hyperlink" Target="https://youtu.be/fTBAI7H9-Eg" TargetMode="External"/><Relationship Id="rId4" Type="http://schemas.openxmlformats.org/officeDocument/2006/relationships/image" Target="../media/image30.jpeg"/></Relationships>
</file>

<file path=ppt/slides/_rels/slide20.xml.rels><?xml version="1.0" encoding="UTF-8" standalone="yes"?>
<Relationships xmlns="http://schemas.openxmlformats.org/package/2006/relationships"><Relationship Id="rId3" Type="http://schemas.openxmlformats.org/officeDocument/2006/relationships/hyperlink" Target="http://www.visn8.med.va.gov/patientsafetycenter"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hyperlink" Target="http://www.osha.gov/SLTC/ergonomics/index.html" TargetMode="External"/><Relationship Id="rId4" Type="http://schemas.openxmlformats.org/officeDocument/2006/relationships/hyperlink" Target="http://www.nursingworld.org/osh"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Hero illustration" descr="Illustration: two staff members safely transfer a smiling patient with a ceiling lift and sling.">
            <a:extLst>
              <a:ext uri="{FF2B5EF4-FFF2-40B4-BE49-F238E27FC236}">
                <a16:creationId xmlns:a16="http://schemas.microsoft.com/office/drawing/2014/main" id="{F77CD1EF-2C7F-1329-7982-568029528A6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 backdrop">
            <a:extLst>
              <a:ext uri="{FF2B5EF4-FFF2-40B4-BE49-F238E27FC236}">
                <a16:creationId xmlns:a16="http://schemas.microsoft.com/office/drawing/2014/main" id="{5A3E13B3-726A-77AC-A56C-D58302ED22BF}"/>
              </a:ext>
            </a:extLst>
          </p:cNvPr>
          <p:cNvSpPr/>
          <p:nvPr/>
        </p:nvSpPr>
        <p:spPr>
          <a:xfrm>
            <a:off x="0" y="0"/>
            <a:ext cx="5969000" cy="6858000"/>
          </a:xfrm>
          <a:prstGeom prst="rect">
            <a:avLst/>
          </a:prstGeom>
          <a:solidFill>
            <a:srgbClr val="FFFFFF">
              <a:alpha val="88000"/>
            </a:srgbClr>
          </a:solidFill>
          <a:ln w="11429" cap="flat" cmpd="sng" algn="ctr">
            <a:noFill/>
            <a:prstDash val="sys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130214E-3C02-B187-B046-594B26147ADA}"/>
              </a:ext>
            </a:extLst>
          </p:cNvPr>
          <p:cNvSpPr txBox="1"/>
          <p:nvPr/>
        </p:nvSpPr>
        <p:spPr>
          <a:xfrm>
            <a:off x="609600" y="889000"/>
            <a:ext cx="5080000" cy="254000"/>
          </a:xfrm>
          <a:prstGeom prst="rect">
            <a:avLst/>
          </a:prstGeom>
          <a:noFill/>
        </p:spPr>
        <p:txBody>
          <a:bodyPr vert="horz" wrap="square" lIns="0" tIns="0" rIns="0" bIns="0" rtlCol="0" anchor="t">
            <a:noAutofit/>
          </a:bodyPr>
          <a:lstStyle/>
          <a:p>
            <a:r>
              <a:rPr lang="en-US" sz="1300" b="1" spc="150">
                <a:solidFill>
                  <a:srgbClr val="23898F"/>
                </a:solidFill>
                <a:latin typeface="Calibri" panose="020F0502020204030204" pitchFamily="34" charset="0"/>
              </a:rPr>
              <a:t>NEW NURSE ORIENTATION</a:t>
            </a:r>
          </a:p>
        </p:txBody>
      </p:sp>
      <p:sp>
        <p:nvSpPr>
          <p:cNvPr id="6" name="TextBox 5">
            <a:extLst>
              <a:ext uri="{FF2B5EF4-FFF2-40B4-BE49-F238E27FC236}">
                <a16:creationId xmlns:a16="http://schemas.microsoft.com/office/drawing/2014/main" id="{DB480267-9CBC-1AA3-4C5A-A25F6E0A3662}"/>
              </a:ext>
            </a:extLst>
          </p:cNvPr>
          <p:cNvSpPr txBox="1"/>
          <p:nvPr/>
        </p:nvSpPr>
        <p:spPr>
          <a:xfrm>
            <a:off x="609600" y="1244600"/>
            <a:ext cx="5080000" cy="1905000"/>
          </a:xfrm>
          <a:prstGeom prst="rect">
            <a:avLst/>
          </a:prstGeom>
          <a:noFill/>
        </p:spPr>
        <p:txBody>
          <a:bodyPr vert="horz" wrap="square" lIns="0" tIns="0" rIns="0" bIns="0" rtlCol="0" anchor="t">
            <a:noAutofit/>
          </a:bodyPr>
          <a:lstStyle/>
          <a:p>
            <a:r>
              <a:rPr lang="en-US" sz="4000" b="1">
                <a:solidFill>
                  <a:srgbClr val="1B365D"/>
                </a:solidFill>
                <a:latin typeface="Calibri" panose="020F0502020204030204" pitchFamily="34" charset="0"/>
              </a:rPr>
              <a:t>Safe Patient Handling and Mobility</a:t>
            </a:r>
          </a:p>
        </p:txBody>
      </p:sp>
      <p:sp>
        <p:nvSpPr>
          <p:cNvPr id="7" name="TextBox 6">
            <a:extLst>
              <a:ext uri="{FF2B5EF4-FFF2-40B4-BE49-F238E27FC236}">
                <a16:creationId xmlns:a16="http://schemas.microsoft.com/office/drawing/2014/main" id="{1A81F3F9-E24B-1215-C7CB-719949BE727A}"/>
              </a:ext>
            </a:extLst>
          </p:cNvPr>
          <p:cNvSpPr txBox="1"/>
          <p:nvPr/>
        </p:nvSpPr>
        <p:spPr>
          <a:xfrm>
            <a:off x="609600" y="3276600"/>
            <a:ext cx="5080000" cy="431800"/>
          </a:xfrm>
          <a:prstGeom prst="rect">
            <a:avLst/>
          </a:prstGeom>
          <a:noFill/>
        </p:spPr>
        <p:txBody>
          <a:bodyPr vert="horz" wrap="square" lIns="0" tIns="0" rIns="0" bIns="0" rtlCol="0" anchor="t">
            <a:noAutofit/>
          </a:bodyPr>
          <a:lstStyle/>
          <a:p>
            <a:r>
              <a:rPr lang="en-US" sz="2200">
                <a:solidFill>
                  <a:srgbClr val="2F6DB5"/>
                </a:solidFill>
                <a:latin typeface="Calibri" panose="020F0502020204030204" pitchFamily="34" charset="0"/>
              </a:rPr>
              <a:t>Protect yourself. Protect your patients.</a:t>
            </a:r>
          </a:p>
        </p:txBody>
      </p:sp>
      <p:sp>
        <p:nvSpPr>
          <p:cNvPr id="8" name="TextBox 7">
            <a:extLst>
              <a:ext uri="{FF2B5EF4-FFF2-40B4-BE49-F238E27FC236}">
                <a16:creationId xmlns:a16="http://schemas.microsoft.com/office/drawing/2014/main" id="{5DCACC7C-1D91-ABA0-50AF-129BB3079F92}"/>
              </a:ext>
            </a:extLst>
          </p:cNvPr>
          <p:cNvSpPr txBox="1"/>
          <p:nvPr/>
        </p:nvSpPr>
        <p:spPr>
          <a:xfrm>
            <a:off x="609600" y="5207000"/>
            <a:ext cx="5080000" cy="1016000"/>
          </a:xfrm>
          <a:prstGeom prst="rect">
            <a:avLst/>
          </a:prstGeom>
          <a:noFill/>
        </p:spPr>
        <p:txBody>
          <a:bodyPr vert="horz" wrap="square" lIns="0" tIns="0" rIns="0" bIns="0" rtlCol="0" anchor="t">
            <a:noAutofit/>
          </a:bodyPr>
          <a:lstStyle/>
          <a:p>
            <a:pPr>
              <a:spcAft>
                <a:spcPts val="200"/>
              </a:spcAft>
            </a:pPr>
            <a:r>
              <a:rPr lang="en-US" sz="1600" b="1">
                <a:solidFill>
                  <a:srgbClr val="1B365D"/>
                </a:solidFill>
                <a:latin typeface="Calibri" panose="020F0502020204030204" pitchFamily="34" charset="0"/>
              </a:rPr>
              <a:t>Daniel Agbogidi, BSN, RN</a:t>
            </a:r>
          </a:p>
          <a:p>
            <a:pPr>
              <a:spcAft>
                <a:spcPts val="200"/>
              </a:spcAft>
            </a:pPr>
            <a:r>
              <a:rPr lang="en-US" sz="1500">
                <a:solidFill>
                  <a:srgbClr val="26313D"/>
                </a:solidFill>
                <a:latin typeface="Calibri" panose="020F0502020204030204" pitchFamily="34" charset="0"/>
              </a:rPr>
              <a:t>Safe Patient Handling &amp; Mobility Program Manager</a:t>
            </a:r>
          </a:p>
          <a:p>
            <a:pPr>
              <a:spcAft>
                <a:spcPts val="200"/>
              </a:spcAft>
            </a:pPr>
            <a:r>
              <a:rPr lang="en-US" sz="1500">
                <a:solidFill>
                  <a:srgbClr val="26313D"/>
                </a:solidFill>
                <a:latin typeface="Calibri" panose="020F0502020204030204" pitchFamily="34" charset="0"/>
              </a:rPr>
              <a:t>VA Central California Health Care System</a:t>
            </a:r>
          </a:p>
        </p:txBody>
      </p:sp>
    </p:spTree>
    <p:extLst>
      <p:ext uri="{BB962C8B-B14F-4D97-AF65-F5344CB8AC3E}">
        <p14:creationId xmlns:p14="http://schemas.microsoft.com/office/powerpoint/2010/main" val="2958475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9E35-9A1A-53C1-E266-491995C9F37B}"/>
              </a:ext>
            </a:extLst>
          </p:cNvPr>
          <p:cNvSpPr>
            <a:spLocks noGrp="1"/>
          </p:cNvSpPr>
          <p:nvPr>
            <p:ph type="title" idx="10"/>
          </p:nvPr>
        </p:nvSpPr>
        <p:spPr/>
        <p:txBody>
          <a:bodyPr/>
          <a:lstStyle/>
          <a:p>
            <a:r>
              <a:rPr lang="en-US"/>
              <a:t>Did you know?</a:t>
            </a:r>
          </a:p>
        </p:txBody>
      </p:sp>
      <p:sp>
        <p:nvSpPr>
          <p:cNvPr id="3" name="Rectangle: Rounded Corners 2">
            <a:extLst>
              <a:ext uri="{FF2B5EF4-FFF2-40B4-BE49-F238E27FC236}">
                <a16:creationId xmlns:a16="http://schemas.microsoft.com/office/drawing/2014/main" id="{2778C176-2C17-3764-7F6C-AF8A5F98E812}"/>
              </a:ext>
            </a:extLst>
          </p:cNvPr>
          <p:cNvSpPr/>
          <p:nvPr/>
        </p:nvSpPr>
        <p:spPr>
          <a:xfrm>
            <a:off x="609600" y="1676400"/>
            <a:ext cx="5461000" cy="2159000"/>
          </a:xfrm>
          <a:prstGeom prst="roundRect">
            <a:avLst>
              <a:gd name="adj" fmla="val 7000"/>
            </a:avLst>
          </a:prstGeom>
          <a:solidFill>
            <a:srgbClr val="1B365D"/>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7474C6F-CAE9-591A-30D8-CD7F879E862B}"/>
              </a:ext>
            </a:extLst>
          </p:cNvPr>
          <p:cNvSpPr txBox="1"/>
          <p:nvPr/>
        </p:nvSpPr>
        <p:spPr>
          <a:xfrm>
            <a:off x="914400" y="1854200"/>
            <a:ext cx="4902200" cy="1854200"/>
          </a:xfrm>
          <a:prstGeom prst="rect">
            <a:avLst/>
          </a:prstGeom>
          <a:noFill/>
        </p:spPr>
        <p:txBody>
          <a:bodyPr vert="horz" wrap="square" lIns="0" tIns="0" rIns="0" bIns="0" rtlCol="0" anchor="t">
            <a:noAutofit/>
          </a:bodyPr>
          <a:lstStyle/>
          <a:p>
            <a:pPr>
              <a:spcAft>
                <a:spcPts val="200"/>
              </a:spcAft>
            </a:pPr>
            <a:r>
              <a:rPr lang="en-US" sz="6400" b="1">
                <a:solidFill>
                  <a:srgbClr val="F2B33D"/>
                </a:solidFill>
                <a:latin typeface="Calibri" panose="020F0502020204030204" pitchFamily="34" charset="0"/>
              </a:rPr>
              <a:t>7×</a:t>
            </a:r>
          </a:p>
          <a:p>
            <a:pPr>
              <a:spcAft>
                <a:spcPts val="200"/>
              </a:spcAft>
            </a:pPr>
            <a:r>
              <a:rPr lang="en-US" sz="1600">
                <a:solidFill>
                  <a:srgbClr val="FFFFFF"/>
                </a:solidFill>
                <a:latin typeface="Calibri" panose="020F0502020204030204" pitchFamily="34" charset="0"/>
              </a:rPr>
              <a:t>the national average rate of musculoskeletal disorders among direct patient care workers</a:t>
            </a:r>
          </a:p>
        </p:txBody>
      </p:sp>
      <p:sp>
        <p:nvSpPr>
          <p:cNvPr id="5" name="TextBox 4">
            <a:extLst>
              <a:ext uri="{FF2B5EF4-FFF2-40B4-BE49-F238E27FC236}">
                <a16:creationId xmlns:a16="http://schemas.microsoft.com/office/drawing/2014/main" id="{06F35A1E-3896-87A5-F257-C4B4B0EEDCA9}"/>
              </a:ext>
            </a:extLst>
          </p:cNvPr>
          <p:cNvSpPr txBox="1"/>
          <p:nvPr/>
        </p:nvSpPr>
        <p:spPr>
          <a:xfrm>
            <a:off x="609600" y="4140200"/>
            <a:ext cx="5461000" cy="889000"/>
          </a:xfrm>
          <a:prstGeom prst="rect">
            <a:avLst/>
          </a:prstGeom>
          <a:noFill/>
        </p:spPr>
        <p:txBody>
          <a:bodyPr vert="horz" wrap="square" lIns="0" tIns="0" rIns="0" bIns="0" rtlCol="0" anchor="t">
            <a:noAutofit/>
          </a:bodyPr>
          <a:lstStyle/>
          <a:p>
            <a:r>
              <a:rPr lang="en-US" sz="1900" b="1">
                <a:solidFill>
                  <a:srgbClr val="1B365D"/>
                </a:solidFill>
                <a:latin typeface="Calibri" panose="020F0502020204030204" pitchFamily="34" charset="0"/>
              </a:rPr>
              <a:t>Lifting more than 35 lb of patient weight without assistive equipment puts you at risk for injury.</a:t>
            </a:r>
          </a:p>
        </p:txBody>
      </p:sp>
      <p:sp>
        <p:nvSpPr>
          <p:cNvPr id="6" name="TextBox 5">
            <a:extLst>
              <a:ext uri="{FF2B5EF4-FFF2-40B4-BE49-F238E27FC236}">
                <a16:creationId xmlns:a16="http://schemas.microsoft.com/office/drawing/2014/main" id="{4BBAF6DD-F5B0-C7FC-6E6C-BB4A141D776A}"/>
              </a:ext>
            </a:extLst>
          </p:cNvPr>
          <p:cNvSpPr txBox="1"/>
          <p:nvPr/>
        </p:nvSpPr>
        <p:spPr>
          <a:xfrm>
            <a:off x="609600" y="5207000"/>
            <a:ext cx="5461000" cy="508000"/>
          </a:xfrm>
          <a:prstGeom prst="rect">
            <a:avLst/>
          </a:prstGeom>
          <a:noFill/>
        </p:spPr>
        <p:txBody>
          <a:bodyPr vert="horz" wrap="square" lIns="0" tIns="0" rIns="0" bIns="0" rtlCol="0" anchor="t">
            <a:noAutofit/>
          </a:bodyPr>
          <a:lstStyle/>
          <a:p>
            <a:r>
              <a:rPr lang="en-US" sz="1700">
                <a:solidFill>
                  <a:srgbClr val="26313D"/>
                </a:solidFill>
                <a:latin typeface="Calibri" panose="020F0502020204030204" pitchFamily="34" charset="0"/>
              </a:rPr>
              <a:t>The equipment is here to protect you. Use it every time.</a:t>
            </a:r>
          </a:p>
        </p:txBody>
      </p:sp>
      <p:sp>
        <p:nvSpPr>
          <p:cNvPr id="7" name="Illustration">
            <a:extLst>
              <a:ext uri="{FF2B5EF4-FFF2-40B4-BE49-F238E27FC236}">
                <a16:creationId xmlns:a16="http://schemas.microsoft.com/office/drawing/2014/main" id="{C2EB870F-35B3-2850-58B1-2DAA20A6EAC5}"/>
              </a:ext>
            </a:extLst>
          </p:cNvPr>
          <p:cNvSpPr/>
          <p:nvPr/>
        </p:nvSpPr>
        <p:spPr>
          <a:xfrm>
            <a:off x="6375400" y="1337310"/>
            <a:ext cx="5461000" cy="4149090"/>
          </a:xfrm>
          <a:prstGeom prst="roundRect">
            <a:avLst>
              <a:gd name="adj" fmla="val 5000"/>
            </a:avLst>
          </a:prstGeom>
          <a:blipFill>
            <a:blip r:embed="rId3">
              <a:extLst>
                <a:ext uri="{28A0092B-C50C-407E-A947-70E740481C1C}">
                  <a14:useLocalDpi xmlns:a14="http://schemas.microsoft.com/office/drawing/2010/main" val="0"/>
                </a:ext>
              </a:extLst>
            </a:blip>
            <a:stretch>
              <a:fillRect/>
            </a:stretch>
          </a:blip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8443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53D29-3E65-64E0-1F9B-CFA48931428F}"/>
              </a:ext>
            </a:extLst>
          </p:cNvPr>
          <p:cNvSpPr>
            <a:spLocks noGrp="1"/>
          </p:cNvSpPr>
          <p:nvPr>
            <p:ph type="title" idx="10"/>
          </p:nvPr>
        </p:nvSpPr>
        <p:spPr/>
        <p:txBody>
          <a:bodyPr/>
          <a:lstStyle/>
          <a:p>
            <a:r>
              <a:rPr lang="en-US"/>
              <a:t>Disabling injuries</a:t>
            </a:r>
          </a:p>
        </p:txBody>
      </p:sp>
      <p:sp>
        <p:nvSpPr>
          <p:cNvPr id="3" name="Rectangle: Rounded Corners 2">
            <a:extLst>
              <a:ext uri="{FF2B5EF4-FFF2-40B4-BE49-F238E27FC236}">
                <a16:creationId xmlns:a16="http://schemas.microsoft.com/office/drawing/2014/main" id="{FB0E4DD6-8580-FE95-8371-51539E7C8608}"/>
              </a:ext>
            </a:extLst>
          </p:cNvPr>
          <p:cNvSpPr/>
          <p:nvPr/>
        </p:nvSpPr>
        <p:spPr>
          <a:xfrm>
            <a:off x="609600" y="1473200"/>
            <a:ext cx="3454400" cy="43180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DB5185C4-5B65-F9B7-FC9C-E2884458A0E2}"/>
              </a:ext>
            </a:extLst>
          </p:cNvPr>
          <p:cNvSpPr/>
          <p:nvPr/>
        </p:nvSpPr>
        <p:spPr>
          <a:xfrm>
            <a:off x="914400" y="1778000"/>
            <a:ext cx="609600" cy="609600"/>
          </a:xfrm>
          <a:prstGeom prst="ellipse">
            <a:avLst/>
          </a:prstGeom>
          <a:solidFill>
            <a:srgbClr val="B8322A"/>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2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7913E654-B1A2-FC3C-ECE3-9CF32355C880}"/>
              </a:ext>
            </a:extLst>
          </p:cNvPr>
          <p:cNvSpPr txBox="1"/>
          <p:nvPr/>
        </p:nvSpPr>
        <p:spPr>
          <a:xfrm>
            <a:off x="914400" y="2616200"/>
            <a:ext cx="2844800" cy="2997200"/>
          </a:xfrm>
          <a:prstGeom prst="rect">
            <a:avLst/>
          </a:prstGeom>
          <a:noFill/>
        </p:spPr>
        <p:txBody>
          <a:bodyPr vert="horz" wrap="square" lIns="0" tIns="0" rIns="0" bIns="0" rtlCol="0" anchor="t">
            <a:noAutofit/>
          </a:bodyPr>
          <a:lstStyle/>
          <a:p>
            <a:pPr>
              <a:spcAft>
                <a:spcPts val="800"/>
              </a:spcAft>
            </a:pPr>
            <a:r>
              <a:rPr lang="en-US" sz="2100" b="1">
                <a:solidFill>
                  <a:srgbClr val="1B365D"/>
                </a:solidFill>
                <a:latin typeface="Calibri" panose="020F0502020204030204" pitchFamily="34" charset="0"/>
              </a:rPr>
              <a:t>Career-ending</a:t>
            </a:r>
          </a:p>
          <a:p>
            <a:pPr>
              <a:spcAft>
                <a:spcPts val="800"/>
              </a:spcAft>
            </a:pPr>
            <a:r>
              <a:rPr lang="en-US" sz="1600">
                <a:solidFill>
                  <a:srgbClr val="26313D"/>
                </a:solidFill>
                <a:latin typeface="Calibri" panose="020F0502020204030204" pitchFamily="34" charset="0"/>
              </a:rPr>
              <a:t>Every day, nurses suffer debilitating, often career-ending and life-altering injuries from repeatedly lifting and moving patients.</a:t>
            </a:r>
          </a:p>
        </p:txBody>
      </p:sp>
      <p:sp>
        <p:nvSpPr>
          <p:cNvPr id="6" name="Rectangle: Rounded Corners 5">
            <a:extLst>
              <a:ext uri="{FF2B5EF4-FFF2-40B4-BE49-F238E27FC236}">
                <a16:creationId xmlns:a16="http://schemas.microsoft.com/office/drawing/2014/main" id="{88BD8B3B-230E-E1E3-3B38-3271A94B9E08}"/>
              </a:ext>
            </a:extLst>
          </p:cNvPr>
          <p:cNvSpPr/>
          <p:nvPr/>
        </p:nvSpPr>
        <p:spPr>
          <a:xfrm>
            <a:off x="4368800" y="1473200"/>
            <a:ext cx="3454400" cy="43180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824B8FB-31F7-3D5D-76B7-BC76F4A24A62}"/>
              </a:ext>
            </a:extLst>
          </p:cNvPr>
          <p:cNvSpPr/>
          <p:nvPr/>
        </p:nvSpPr>
        <p:spPr>
          <a:xfrm>
            <a:off x="4673600" y="1778000"/>
            <a:ext cx="609600" cy="609600"/>
          </a:xfrm>
          <a:prstGeom prst="ellipse">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200"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4DDDCD85-B71A-F974-9E3C-6BE5E3307133}"/>
              </a:ext>
            </a:extLst>
          </p:cNvPr>
          <p:cNvSpPr txBox="1"/>
          <p:nvPr/>
        </p:nvSpPr>
        <p:spPr>
          <a:xfrm>
            <a:off x="4673600" y="2616200"/>
            <a:ext cx="2844800" cy="2997200"/>
          </a:xfrm>
          <a:prstGeom prst="rect">
            <a:avLst/>
          </a:prstGeom>
          <a:noFill/>
        </p:spPr>
        <p:txBody>
          <a:bodyPr vert="horz" wrap="square" lIns="0" tIns="0" rIns="0" bIns="0" rtlCol="0" anchor="t">
            <a:noAutofit/>
          </a:bodyPr>
          <a:lstStyle/>
          <a:p>
            <a:pPr>
              <a:spcAft>
                <a:spcPts val="800"/>
              </a:spcAft>
            </a:pPr>
            <a:r>
              <a:rPr lang="en-US" sz="2100" b="1">
                <a:solidFill>
                  <a:srgbClr val="1B365D"/>
                </a:solidFill>
                <a:latin typeface="Calibri" panose="020F0502020204030204" pitchFamily="34" charset="0"/>
              </a:rPr>
              <a:t>Lost time and disability</a:t>
            </a:r>
          </a:p>
          <a:p>
            <a:pPr>
              <a:spcAft>
                <a:spcPts val="800"/>
              </a:spcAft>
            </a:pPr>
            <a:r>
              <a:rPr lang="en-US" sz="1600">
                <a:solidFill>
                  <a:srgbClr val="26313D"/>
                </a:solidFill>
                <a:latin typeface="Calibri" panose="020F0502020204030204" pitchFamily="34" charset="0"/>
              </a:rPr>
              <a:t>More than any other work-related injury or illness, musculoskeletal disorders cause lost work time, long medical care and permanent disability among health care workers.</a:t>
            </a:r>
          </a:p>
        </p:txBody>
      </p:sp>
      <p:sp>
        <p:nvSpPr>
          <p:cNvPr id="9" name="Rectangle: Rounded Corners 8">
            <a:extLst>
              <a:ext uri="{FF2B5EF4-FFF2-40B4-BE49-F238E27FC236}">
                <a16:creationId xmlns:a16="http://schemas.microsoft.com/office/drawing/2014/main" id="{FE5289B6-B408-6F12-AF45-5D630B66D661}"/>
              </a:ext>
            </a:extLst>
          </p:cNvPr>
          <p:cNvSpPr/>
          <p:nvPr/>
        </p:nvSpPr>
        <p:spPr>
          <a:xfrm>
            <a:off x="8128000" y="1473200"/>
            <a:ext cx="3454400" cy="43180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82D1AE3-3089-D836-81EA-DA151D5B74D0}"/>
              </a:ext>
            </a:extLst>
          </p:cNvPr>
          <p:cNvSpPr/>
          <p:nvPr/>
        </p:nvSpPr>
        <p:spPr>
          <a:xfrm>
            <a:off x="8432800" y="1778000"/>
            <a:ext cx="609600" cy="609600"/>
          </a:xfrm>
          <a:prstGeom prst="ellipse">
            <a:avLst/>
          </a:prstGeom>
          <a:solidFill>
            <a:srgbClr val="23898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200" b="1">
                <a:solidFill>
                  <a:srgbClr val="FFFFFF"/>
                </a:solidFill>
                <a:latin typeface="Calibri" panose="020F0502020204030204" pitchFamily="34" charset="0"/>
              </a:rPr>
              <a:t>3</a:t>
            </a:r>
          </a:p>
        </p:txBody>
      </p:sp>
      <p:sp>
        <p:nvSpPr>
          <p:cNvPr id="11" name="TextBox 10">
            <a:extLst>
              <a:ext uri="{FF2B5EF4-FFF2-40B4-BE49-F238E27FC236}">
                <a16:creationId xmlns:a16="http://schemas.microsoft.com/office/drawing/2014/main" id="{A8FB7725-C3E9-DAB2-2D7E-B1BFC0AB044C}"/>
              </a:ext>
            </a:extLst>
          </p:cNvPr>
          <p:cNvSpPr txBox="1"/>
          <p:nvPr/>
        </p:nvSpPr>
        <p:spPr>
          <a:xfrm>
            <a:off x="8432800" y="2616200"/>
            <a:ext cx="2844800" cy="2997200"/>
          </a:xfrm>
          <a:prstGeom prst="rect">
            <a:avLst/>
          </a:prstGeom>
          <a:noFill/>
        </p:spPr>
        <p:txBody>
          <a:bodyPr vert="horz" wrap="square" lIns="0" tIns="0" rIns="0" bIns="0" rtlCol="0" anchor="t">
            <a:noAutofit/>
          </a:bodyPr>
          <a:lstStyle/>
          <a:p>
            <a:pPr>
              <a:spcAft>
                <a:spcPts val="800"/>
              </a:spcAft>
            </a:pPr>
            <a:r>
              <a:rPr lang="en-US" sz="2100" b="1">
                <a:solidFill>
                  <a:srgbClr val="1B365D"/>
                </a:solidFill>
                <a:latin typeface="Calibri" panose="020F0502020204030204" pitchFamily="34" charset="0"/>
              </a:rPr>
              <a:t>Higher than firefighters</a:t>
            </a:r>
          </a:p>
          <a:p>
            <a:pPr>
              <a:spcAft>
                <a:spcPts val="800"/>
              </a:spcAft>
            </a:pPr>
            <a:r>
              <a:rPr lang="en-US" sz="1600">
                <a:solidFill>
                  <a:srgbClr val="26313D"/>
                </a:solidFill>
                <a:latin typeface="Calibri" panose="020F0502020204030204" pitchFamily="34" charset="0"/>
              </a:rPr>
              <a:t>Nursing suffers more musculoskeletal injuries than any other profession, including firefighters, according to Bureau of Labor Statistics data.</a:t>
            </a:r>
          </a:p>
        </p:txBody>
      </p:sp>
    </p:spTree>
    <p:extLst>
      <p:ext uri="{BB962C8B-B14F-4D97-AF65-F5344CB8AC3E}">
        <p14:creationId xmlns:p14="http://schemas.microsoft.com/office/powerpoint/2010/main" val="1480775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4977F-6A49-5CB7-1BD5-EA6EB9AB83BD}"/>
              </a:ext>
            </a:extLst>
          </p:cNvPr>
          <p:cNvSpPr>
            <a:spLocks noGrp="1"/>
          </p:cNvSpPr>
          <p:nvPr>
            <p:ph type="title" idx="10"/>
          </p:nvPr>
        </p:nvSpPr>
        <p:spPr/>
        <p:txBody>
          <a:bodyPr/>
          <a:lstStyle/>
          <a:p>
            <a:r>
              <a:rPr lang="en-US"/>
              <a:t>The tasks that injure us most</a:t>
            </a:r>
          </a:p>
        </p:txBody>
      </p:sp>
      <p:sp>
        <p:nvSpPr>
          <p:cNvPr id="3" name="TextBox 2">
            <a:extLst>
              <a:ext uri="{FF2B5EF4-FFF2-40B4-BE49-F238E27FC236}">
                <a16:creationId xmlns:a16="http://schemas.microsoft.com/office/drawing/2014/main" id="{9C57E764-7E75-3CC2-C462-E7DFDC30544B}"/>
              </a:ext>
            </a:extLst>
          </p:cNvPr>
          <p:cNvSpPr txBox="1"/>
          <p:nvPr/>
        </p:nvSpPr>
        <p:spPr>
          <a:xfrm>
            <a:off x="609600" y="1727200"/>
            <a:ext cx="5461000" cy="1016000"/>
          </a:xfrm>
          <a:prstGeom prst="rect">
            <a:avLst/>
          </a:prstGeom>
          <a:noFill/>
        </p:spPr>
        <p:txBody>
          <a:bodyPr vert="horz" wrap="square" lIns="0" tIns="0" rIns="0" bIns="0" rtlCol="0" anchor="t">
            <a:noAutofit/>
          </a:bodyPr>
          <a:lstStyle/>
          <a:p>
            <a:r>
              <a:rPr lang="en-US" sz="1700">
                <a:solidFill>
                  <a:srgbClr val="26313D"/>
                </a:solidFill>
                <a:latin typeface="Calibri" panose="020F0502020204030204" pitchFamily="34" charset="0"/>
              </a:rPr>
              <a:t>Repeated lifting and forceful movements during patient care lead to serious health problems for health care workers. The most common culprits:</a:t>
            </a:r>
          </a:p>
        </p:txBody>
      </p:sp>
      <p:sp>
        <p:nvSpPr>
          <p:cNvPr id="4" name="Rectangle: Rounded Corners 3">
            <a:extLst>
              <a:ext uri="{FF2B5EF4-FFF2-40B4-BE49-F238E27FC236}">
                <a16:creationId xmlns:a16="http://schemas.microsoft.com/office/drawing/2014/main" id="{810491F4-2D75-B75C-2C7D-EC2C6721AE39}"/>
              </a:ext>
            </a:extLst>
          </p:cNvPr>
          <p:cNvSpPr/>
          <p:nvPr/>
        </p:nvSpPr>
        <p:spPr>
          <a:xfrm>
            <a:off x="609600" y="2997200"/>
            <a:ext cx="5461000" cy="863600"/>
          </a:xfrm>
          <a:prstGeom prst="roundRect">
            <a:avLst>
              <a:gd name="adj" fmla="val 7000"/>
            </a:avLst>
          </a:prstGeom>
          <a:solidFill>
            <a:srgbClr val="F4F8FC"/>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8846D7A-B79F-6CB6-0475-87EC49AB03F6}"/>
              </a:ext>
            </a:extLst>
          </p:cNvPr>
          <p:cNvSpPr/>
          <p:nvPr/>
        </p:nvSpPr>
        <p:spPr>
          <a:xfrm>
            <a:off x="812800" y="3200400"/>
            <a:ext cx="457200" cy="457200"/>
          </a:xfrm>
          <a:prstGeom prst="ellipse">
            <a:avLst/>
          </a:prstGeom>
          <a:solidFill>
            <a:srgbClr val="B8322A"/>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912932F0-CB54-7658-7320-7DF00AEE8562}"/>
              </a:ext>
            </a:extLst>
          </p:cNvPr>
          <p:cNvSpPr txBox="1"/>
          <p:nvPr/>
        </p:nvSpPr>
        <p:spPr>
          <a:xfrm>
            <a:off x="1473200" y="3124200"/>
            <a:ext cx="4445000" cy="6604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Lifting</a:t>
            </a:r>
          </a:p>
          <a:p>
            <a:r>
              <a:rPr lang="en-US" sz="1500">
                <a:solidFill>
                  <a:srgbClr val="26313D"/>
                </a:solidFill>
                <a:latin typeface="Calibri" panose="020F0502020204030204" pitchFamily="34" charset="0"/>
              </a:rPr>
              <a:t>Raising a patient, or part of a patient, by hand.</a:t>
            </a:r>
          </a:p>
        </p:txBody>
      </p:sp>
      <p:sp>
        <p:nvSpPr>
          <p:cNvPr id="7" name="Rectangle: Rounded Corners 6">
            <a:extLst>
              <a:ext uri="{FF2B5EF4-FFF2-40B4-BE49-F238E27FC236}">
                <a16:creationId xmlns:a16="http://schemas.microsoft.com/office/drawing/2014/main" id="{BBBD38C5-F729-93BA-13BB-9022C6C117D7}"/>
              </a:ext>
            </a:extLst>
          </p:cNvPr>
          <p:cNvSpPr/>
          <p:nvPr/>
        </p:nvSpPr>
        <p:spPr>
          <a:xfrm>
            <a:off x="609600" y="4013200"/>
            <a:ext cx="5461000" cy="863600"/>
          </a:xfrm>
          <a:prstGeom prst="roundRect">
            <a:avLst>
              <a:gd name="adj" fmla="val 7000"/>
            </a:avLst>
          </a:prstGeom>
          <a:solidFill>
            <a:srgbClr val="F4F8FC"/>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1D5D4DC-F384-B094-18F3-7BE050482F61}"/>
              </a:ext>
            </a:extLst>
          </p:cNvPr>
          <p:cNvSpPr/>
          <p:nvPr/>
        </p:nvSpPr>
        <p:spPr>
          <a:xfrm>
            <a:off x="812800" y="4216400"/>
            <a:ext cx="457200" cy="457200"/>
          </a:xfrm>
          <a:prstGeom prst="ellipse">
            <a:avLst/>
          </a:prstGeom>
          <a:solidFill>
            <a:srgbClr val="B8322A"/>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2</a:t>
            </a:r>
          </a:p>
        </p:txBody>
      </p:sp>
      <p:sp>
        <p:nvSpPr>
          <p:cNvPr id="9" name="TextBox 8">
            <a:extLst>
              <a:ext uri="{FF2B5EF4-FFF2-40B4-BE49-F238E27FC236}">
                <a16:creationId xmlns:a16="http://schemas.microsoft.com/office/drawing/2014/main" id="{10082952-75AE-1F49-175D-D502250CA711}"/>
              </a:ext>
            </a:extLst>
          </p:cNvPr>
          <p:cNvSpPr txBox="1"/>
          <p:nvPr/>
        </p:nvSpPr>
        <p:spPr>
          <a:xfrm>
            <a:off x="1473200" y="4140200"/>
            <a:ext cx="4445000" cy="6604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Transferring</a:t>
            </a:r>
          </a:p>
          <a:p>
            <a:r>
              <a:rPr lang="en-US" sz="1500">
                <a:solidFill>
                  <a:srgbClr val="26313D"/>
                </a:solidFill>
                <a:latin typeface="Calibri" panose="020F0502020204030204" pitchFamily="34" charset="0"/>
              </a:rPr>
              <a:t>Bed to chair, chair to commode, bed to stretcher.</a:t>
            </a:r>
          </a:p>
        </p:txBody>
      </p:sp>
      <p:sp>
        <p:nvSpPr>
          <p:cNvPr id="10" name="Rectangle: Rounded Corners 9">
            <a:extLst>
              <a:ext uri="{FF2B5EF4-FFF2-40B4-BE49-F238E27FC236}">
                <a16:creationId xmlns:a16="http://schemas.microsoft.com/office/drawing/2014/main" id="{74806962-B5D6-B71C-8C63-A8BA43C78FD9}"/>
              </a:ext>
            </a:extLst>
          </p:cNvPr>
          <p:cNvSpPr/>
          <p:nvPr/>
        </p:nvSpPr>
        <p:spPr>
          <a:xfrm>
            <a:off x="609600" y="5029200"/>
            <a:ext cx="5461000" cy="863600"/>
          </a:xfrm>
          <a:prstGeom prst="roundRect">
            <a:avLst>
              <a:gd name="adj" fmla="val 7000"/>
            </a:avLst>
          </a:prstGeom>
          <a:solidFill>
            <a:srgbClr val="F4F8FC"/>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ED77A6A-38D4-2A4D-5B03-4D63A2B05D5A}"/>
              </a:ext>
            </a:extLst>
          </p:cNvPr>
          <p:cNvSpPr/>
          <p:nvPr/>
        </p:nvSpPr>
        <p:spPr>
          <a:xfrm>
            <a:off x="812800" y="5232400"/>
            <a:ext cx="457200" cy="457200"/>
          </a:xfrm>
          <a:prstGeom prst="ellipse">
            <a:avLst/>
          </a:prstGeom>
          <a:solidFill>
            <a:srgbClr val="B8322A"/>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3</a:t>
            </a:r>
          </a:p>
        </p:txBody>
      </p:sp>
      <p:sp>
        <p:nvSpPr>
          <p:cNvPr id="12" name="TextBox 11">
            <a:extLst>
              <a:ext uri="{FF2B5EF4-FFF2-40B4-BE49-F238E27FC236}">
                <a16:creationId xmlns:a16="http://schemas.microsoft.com/office/drawing/2014/main" id="{05267CF2-695F-F67F-B587-E28F4E613BC4}"/>
              </a:ext>
            </a:extLst>
          </p:cNvPr>
          <p:cNvSpPr txBox="1"/>
          <p:nvPr/>
        </p:nvSpPr>
        <p:spPr>
          <a:xfrm>
            <a:off x="1473200" y="5156200"/>
            <a:ext cx="4445000" cy="6604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Repositioning</a:t>
            </a:r>
          </a:p>
          <a:p>
            <a:r>
              <a:rPr lang="en-US" sz="1500">
                <a:solidFill>
                  <a:srgbClr val="26313D"/>
                </a:solidFill>
                <a:latin typeface="Calibri" panose="020F0502020204030204" pitchFamily="34" charset="0"/>
              </a:rPr>
              <a:t>Boosting up in bed and turning side to side.</a:t>
            </a:r>
          </a:p>
        </p:txBody>
      </p:sp>
      <p:sp>
        <p:nvSpPr>
          <p:cNvPr id="13" name="Illustration">
            <a:extLst>
              <a:ext uri="{FF2B5EF4-FFF2-40B4-BE49-F238E27FC236}">
                <a16:creationId xmlns:a16="http://schemas.microsoft.com/office/drawing/2014/main" id="{B62C06D6-3F5E-4F20-D0EE-CB20A0EF822A}"/>
              </a:ext>
            </a:extLst>
          </p:cNvPr>
          <p:cNvSpPr/>
          <p:nvPr/>
        </p:nvSpPr>
        <p:spPr>
          <a:xfrm>
            <a:off x="6502400" y="457200"/>
            <a:ext cx="5080000" cy="5943600"/>
          </a:xfrm>
          <a:prstGeom prst="roundRect">
            <a:avLst>
              <a:gd name="adj" fmla="val 5000"/>
            </a:avLst>
          </a:prstGeom>
          <a:blipFill>
            <a:blip r:embed="rId3">
              <a:extLst>
                <a:ext uri="{28A0092B-C50C-407E-A947-70E740481C1C}">
                  <a14:useLocalDpi xmlns:a14="http://schemas.microsoft.com/office/drawing/2010/main" val="0"/>
                </a:ext>
              </a:extLst>
            </a:blip>
            <a:stretch>
              <a:fillRect/>
            </a:stretch>
          </a:blip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0754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2BE2B-81BA-EBD4-3E73-3854181E00D4}"/>
              </a:ext>
            </a:extLst>
          </p:cNvPr>
          <p:cNvSpPr>
            <a:spLocks noGrp="1"/>
          </p:cNvSpPr>
          <p:nvPr>
            <p:ph type="title" idx="10"/>
          </p:nvPr>
        </p:nvSpPr>
        <p:spPr/>
        <p:txBody>
          <a:bodyPr/>
          <a:lstStyle/>
          <a:p>
            <a:r>
              <a:rPr lang="en-US"/>
              <a:t>Nurses lift an average of 1.8 tons every shift</a:t>
            </a:r>
          </a:p>
        </p:txBody>
      </p:sp>
      <p:sp>
        <p:nvSpPr>
          <p:cNvPr id="3" name="TextBox 2">
            <a:extLst>
              <a:ext uri="{FF2B5EF4-FFF2-40B4-BE49-F238E27FC236}">
                <a16:creationId xmlns:a16="http://schemas.microsoft.com/office/drawing/2014/main" id="{8AB981FC-BF33-4F00-910D-607CF0A811F3}"/>
              </a:ext>
            </a:extLst>
          </p:cNvPr>
          <p:cNvSpPr txBox="1"/>
          <p:nvPr/>
        </p:nvSpPr>
        <p:spPr>
          <a:xfrm>
            <a:off x="609600" y="1219200"/>
            <a:ext cx="10972800" cy="381000"/>
          </a:xfrm>
          <a:prstGeom prst="rect">
            <a:avLst/>
          </a:prstGeom>
          <a:noFill/>
        </p:spPr>
        <p:txBody>
          <a:bodyPr vert="horz" wrap="square" lIns="0" tIns="0" rIns="0" bIns="0" rtlCol="0" anchor="t">
            <a:noAutofit/>
          </a:bodyPr>
          <a:lstStyle/>
          <a:p>
            <a:r>
              <a:rPr lang="en-US">
                <a:solidFill>
                  <a:srgbClr val="26313D"/>
                </a:solidFill>
                <a:latin typeface="Calibri" panose="020F0502020204030204" pitchFamily="34" charset="0"/>
              </a:rPr>
              <a:t>Think about this the next time you choose not to use the lift. 1.8 tons is about the same as...</a:t>
            </a:r>
          </a:p>
        </p:txBody>
      </p:sp>
      <p:sp>
        <p:nvSpPr>
          <p:cNvPr id="4" name="Rectangle: Rounded Corners 3">
            <a:extLst>
              <a:ext uri="{FF2B5EF4-FFF2-40B4-BE49-F238E27FC236}">
                <a16:creationId xmlns:a16="http://schemas.microsoft.com/office/drawing/2014/main" id="{F2936FC6-AEDF-E3AF-5E5A-FFB5CA04833B}"/>
              </a:ext>
            </a:extLst>
          </p:cNvPr>
          <p:cNvSpPr/>
          <p:nvPr/>
        </p:nvSpPr>
        <p:spPr>
          <a:xfrm>
            <a:off x="609600" y="1905000"/>
            <a:ext cx="3454400" cy="27940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BE47A9A-2F2E-D258-BD45-7933FAB951C2}"/>
              </a:ext>
            </a:extLst>
          </p:cNvPr>
          <p:cNvSpPr txBox="1"/>
          <p:nvPr/>
        </p:nvSpPr>
        <p:spPr>
          <a:xfrm>
            <a:off x="812800" y="2413000"/>
            <a:ext cx="3048000" cy="1778000"/>
          </a:xfrm>
          <a:prstGeom prst="rect">
            <a:avLst/>
          </a:prstGeom>
          <a:noFill/>
        </p:spPr>
        <p:txBody>
          <a:bodyPr vert="horz" wrap="square" lIns="0" tIns="0" rIns="0" bIns="0" rtlCol="0" anchor="t">
            <a:noAutofit/>
          </a:bodyPr>
          <a:lstStyle/>
          <a:p>
            <a:pPr algn="ctr"/>
            <a:r>
              <a:rPr lang="en-US" sz="6000" b="1">
                <a:solidFill>
                  <a:srgbClr val="2F6DB5"/>
                </a:solidFill>
                <a:latin typeface="Calibri" panose="020F0502020204030204" pitchFamily="34" charset="0"/>
              </a:rPr>
              <a:t>576,000</a:t>
            </a:r>
          </a:p>
          <a:p>
            <a:pPr algn="ctr"/>
            <a:r>
              <a:rPr lang="en-US" sz="2200">
                <a:solidFill>
                  <a:srgbClr val="26313D"/>
                </a:solidFill>
                <a:latin typeface="Calibri" panose="020F0502020204030204" pitchFamily="34" charset="0"/>
              </a:rPr>
              <a:t>pennies</a:t>
            </a:r>
          </a:p>
        </p:txBody>
      </p:sp>
      <p:sp>
        <p:nvSpPr>
          <p:cNvPr id="6" name="Rectangle: Rounded Corners 5">
            <a:extLst>
              <a:ext uri="{FF2B5EF4-FFF2-40B4-BE49-F238E27FC236}">
                <a16:creationId xmlns:a16="http://schemas.microsoft.com/office/drawing/2014/main" id="{576CC543-E497-62ED-DB63-95B2D77A883A}"/>
              </a:ext>
            </a:extLst>
          </p:cNvPr>
          <p:cNvSpPr/>
          <p:nvPr/>
        </p:nvSpPr>
        <p:spPr>
          <a:xfrm>
            <a:off x="4368800" y="1905000"/>
            <a:ext cx="3454400" cy="27940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3D3521-C8E4-7F84-9BF1-C27995444FF1}"/>
              </a:ext>
            </a:extLst>
          </p:cNvPr>
          <p:cNvSpPr txBox="1"/>
          <p:nvPr/>
        </p:nvSpPr>
        <p:spPr>
          <a:xfrm>
            <a:off x="4572000" y="2413000"/>
            <a:ext cx="3048000" cy="1778000"/>
          </a:xfrm>
          <a:prstGeom prst="rect">
            <a:avLst/>
          </a:prstGeom>
          <a:noFill/>
        </p:spPr>
        <p:txBody>
          <a:bodyPr vert="horz" wrap="square" lIns="0" tIns="0" rIns="0" bIns="0" rtlCol="0" anchor="t">
            <a:noAutofit/>
          </a:bodyPr>
          <a:lstStyle/>
          <a:p>
            <a:pPr algn="ctr"/>
            <a:r>
              <a:rPr lang="en-US" sz="6000" b="1">
                <a:solidFill>
                  <a:srgbClr val="2F6DB5"/>
                </a:solidFill>
                <a:latin typeface="Calibri" panose="020F0502020204030204" pitchFamily="34" charset="0"/>
              </a:rPr>
              <a:t>549</a:t>
            </a:r>
          </a:p>
          <a:p>
            <a:pPr algn="ctr"/>
            <a:r>
              <a:rPr lang="en-US" sz="2200">
                <a:solidFill>
                  <a:srgbClr val="26313D"/>
                </a:solidFill>
                <a:latin typeface="Calibri" panose="020F0502020204030204" pitchFamily="34" charset="0"/>
              </a:rPr>
              <a:t>bricks</a:t>
            </a:r>
          </a:p>
        </p:txBody>
      </p:sp>
      <p:sp>
        <p:nvSpPr>
          <p:cNvPr id="8" name="Rectangle: Rounded Corners 7">
            <a:extLst>
              <a:ext uri="{FF2B5EF4-FFF2-40B4-BE49-F238E27FC236}">
                <a16:creationId xmlns:a16="http://schemas.microsoft.com/office/drawing/2014/main" id="{A929C4FB-8894-6B0C-0109-A1D51FA99A83}"/>
              </a:ext>
            </a:extLst>
          </p:cNvPr>
          <p:cNvSpPr/>
          <p:nvPr/>
        </p:nvSpPr>
        <p:spPr>
          <a:xfrm>
            <a:off x="8128000" y="1905000"/>
            <a:ext cx="3454400" cy="2794000"/>
          </a:xfrm>
          <a:prstGeom prst="roundRect">
            <a:avLst>
              <a:gd name="adj" fmla="val 7000"/>
            </a:avLst>
          </a:prstGeom>
          <a:solidFill>
            <a:srgbClr val="1B365D"/>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6C01D3-3DE6-FE81-E077-7584A75E461F}"/>
              </a:ext>
            </a:extLst>
          </p:cNvPr>
          <p:cNvSpPr txBox="1"/>
          <p:nvPr/>
        </p:nvSpPr>
        <p:spPr>
          <a:xfrm>
            <a:off x="8331200" y="2413000"/>
            <a:ext cx="3048000" cy="1778000"/>
          </a:xfrm>
          <a:prstGeom prst="rect">
            <a:avLst/>
          </a:prstGeom>
          <a:noFill/>
        </p:spPr>
        <p:txBody>
          <a:bodyPr vert="horz" wrap="square" lIns="0" tIns="0" rIns="0" bIns="0" rtlCol="0" anchor="t">
            <a:noAutofit/>
          </a:bodyPr>
          <a:lstStyle/>
          <a:p>
            <a:pPr algn="ctr"/>
            <a:r>
              <a:rPr lang="en-US" sz="6000" b="1">
                <a:solidFill>
                  <a:srgbClr val="F2B33D"/>
                </a:solidFill>
                <a:latin typeface="Calibri" panose="020F0502020204030204" pitchFamily="34" charset="0"/>
              </a:rPr>
              <a:t>1</a:t>
            </a:r>
          </a:p>
          <a:p>
            <a:pPr algn="ctr"/>
            <a:r>
              <a:rPr lang="en-US" sz="2200">
                <a:solidFill>
                  <a:srgbClr val="FFFFFF"/>
                </a:solidFill>
                <a:latin typeface="Calibri" panose="020F0502020204030204" pitchFamily="34" charset="0"/>
              </a:rPr>
              <a:t>hippo!</a:t>
            </a:r>
          </a:p>
        </p:txBody>
      </p:sp>
      <p:sp>
        <p:nvSpPr>
          <p:cNvPr id="10" name="TextBox 9">
            <a:extLst>
              <a:ext uri="{FF2B5EF4-FFF2-40B4-BE49-F238E27FC236}">
                <a16:creationId xmlns:a16="http://schemas.microsoft.com/office/drawing/2014/main" id="{1718416B-594D-8D01-BA4B-5EFEF8487B14}"/>
              </a:ext>
            </a:extLst>
          </p:cNvPr>
          <p:cNvSpPr txBox="1"/>
          <p:nvPr/>
        </p:nvSpPr>
        <p:spPr>
          <a:xfrm>
            <a:off x="609600" y="5867400"/>
            <a:ext cx="10972800" cy="762000"/>
          </a:xfrm>
          <a:prstGeom prst="rect">
            <a:avLst/>
          </a:prstGeom>
          <a:noFill/>
        </p:spPr>
        <p:txBody>
          <a:bodyPr vert="horz" wrap="square" lIns="0" tIns="0" rIns="0" bIns="0" rtlCol="0" anchor="ctr">
            <a:noAutofit/>
          </a:bodyPr>
          <a:lstStyle/>
          <a:p>
            <a:pPr algn="ctr"/>
            <a:r>
              <a:rPr lang="en-US" sz="2200" b="1" dirty="0">
                <a:solidFill>
                  <a:srgbClr val="1B365D"/>
                </a:solidFill>
                <a:latin typeface="Calibri" panose="020F0502020204030204" pitchFamily="34" charset="0"/>
              </a:rPr>
              <a:t>In what other industry would it be acceptable to lift 1.8 tons, day in and day out?</a:t>
            </a:r>
          </a:p>
        </p:txBody>
      </p:sp>
      <p:pic>
        <p:nvPicPr>
          <p:cNvPr id="11" name="Picture 10" descr="slide06_icon_pennies.png">
            <a:extLst>
              <a:ext uri="{FF2B5EF4-FFF2-40B4-BE49-F238E27FC236}">
                <a16:creationId xmlns:a16="http://schemas.microsoft.com/office/drawing/2014/main" id="{A8636A63-2193-508A-35A0-0C0234CD5DF2}"/>
              </a:ext>
            </a:extLst>
          </p:cNvPr>
          <p:cNvPicPr>
            <a:picLocks noChangeAspect="1"/>
          </p:cNvPicPr>
          <p:nvPr/>
        </p:nvPicPr>
        <p:blipFill>
          <a:blip r:embed="rId3"/>
          <a:stretch>
            <a:fillRect/>
          </a:stretch>
        </p:blipFill>
        <p:spPr>
          <a:xfrm>
            <a:off x="1600200" y="3645164"/>
            <a:ext cx="1310005" cy="1091671"/>
          </a:xfrm>
          <a:prstGeom prst="rect">
            <a:avLst/>
          </a:prstGeom>
        </p:spPr>
      </p:pic>
      <p:pic>
        <p:nvPicPr>
          <p:cNvPr id="12" name="Picture 11" descr="slide06_icon_bricks.png">
            <a:extLst>
              <a:ext uri="{FF2B5EF4-FFF2-40B4-BE49-F238E27FC236}">
                <a16:creationId xmlns:a16="http://schemas.microsoft.com/office/drawing/2014/main" id="{4D050A36-965B-500E-6486-24698C79BF52}"/>
              </a:ext>
            </a:extLst>
          </p:cNvPr>
          <p:cNvPicPr>
            <a:picLocks noChangeAspect="1"/>
          </p:cNvPicPr>
          <p:nvPr/>
        </p:nvPicPr>
        <p:blipFill>
          <a:blip r:embed="rId4"/>
          <a:stretch>
            <a:fillRect/>
          </a:stretch>
        </p:blipFill>
        <p:spPr>
          <a:xfrm>
            <a:off x="5629061" y="3607329"/>
            <a:ext cx="933878" cy="1091671"/>
          </a:xfrm>
          <a:prstGeom prst="rect">
            <a:avLst/>
          </a:prstGeom>
        </p:spPr>
      </p:pic>
      <p:pic>
        <p:nvPicPr>
          <p:cNvPr id="13" name="Picture 12" descr="slide06_icon_hippo.png">
            <a:extLst>
              <a:ext uri="{FF2B5EF4-FFF2-40B4-BE49-F238E27FC236}">
                <a16:creationId xmlns:a16="http://schemas.microsoft.com/office/drawing/2014/main" id="{C2D1C51B-F5E7-6F0F-872B-FE9020E2D1B1}"/>
              </a:ext>
            </a:extLst>
          </p:cNvPr>
          <p:cNvPicPr>
            <a:picLocks noChangeAspect="1"/>
          </p:cNvPicPr>
          <p:nvPr/>
        </p:nvPicPr>
        <p:blipFill>
          <a:blip r:embed="rId5"/>
          <a:stretch>
            <a:fillRect/>
          </a:stretch>
        </p:blipFill>
        <p:spPr>
          <a:xfrm>
            <a:off x="9245905" y="3607329"/>
            <a:ext cx="1218589" cy="1091672"/>
          </a:xfrm>
          <a:prstGeom prst="rect">
            <a:avLst/>
          </a:prstGeom>
        </p:spPr>
      </p:pic>
    </p:spTree>
    <p:extLst>
      <p:ext uri="{BB962C8B-B14F-4D97-AF65-F5344CB8AC3E}">
        <p14:creationId xmlns:p14="http://schemas.microsoft.com/office/powerpoint/2010/main" val="1781248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A4169-F3D1-2D98-1636-6459A11D2372}"/>
              </a:ext>
            </a:extLst>
          </p:cNvPr>
          <p:cNvSpPr>
            <a:spLocks noGrp="1"/>
          </p:cNvSpPr>
          <p:nvPr>
            <p:ph type="title" idx="10"/>
          </p:nvPr>
        </p:nvSpPr>
        <p:spPr/>
        <p:txBody>
          <a:bodyPr/>
          <a:lstStyle/>
          <a:p>
            <a:r>
              <a:rPr lang="en-US"/>
              <a:t>An expectation, all day, every day</a:t>
            </a:r>
          </a:p>
        </p:txBody>
      </p:sp>
      <p:sp>
        <p:nvSpPr>
          <p:cNvPr id="3" name="TextBox 2">
            <a:extLst>
              <a:ext uri="{FF2B5EF4-FFF2-40B4-BE49-F238E27FC236}">
                <a16:creationId xmlns:a16="http://schemas.microsoft.com/office/drawing/2014/main" id="{3371B382-22EA-F9C7-E30C-15861F368237}"/>
              </a:ext>
            </a:extLst>
          </p:cNvPr>
          <p:cNvSpPr txBox="1"/>
          <p:nvPr/>
        </p:nvSpPr>
        <p:spPr>
          <a:xfrm>
            <a:off x="609600" y="1778000"/>
            <a:ext cx="5461000" cy="889000"/>
          </a:xfrm>
          <a:prstGeom prst="rect">
            <a:avLst/>
          </a:prstGeom>
          <a:noFill/>
        </p:spPr>
        <p:txBody>
          <a:bodyPr vert="horz" wrap="square" lIns="0" tIns="0" rIns="0" bIns="0" rtlCol="0" anchor="t">
            <a:noAutofit/>
          </a:bodyPr>
          <a:lstStyle/>
          <a:p>
            <a:r>
              <a:rPr lang="en-US" sz="2200" b="1">
                <a:solidFill>
                  <a:srgbClr val="1B365D"/>
                </a:solidFill>
                <a:latin typeface="Calibri" panose="020F0502020204030204" pitchFamily="34" charset="0"/>
              </a:rPr>
              <a:t>Using equipment is like gloving and washing your hands.</a:t>
            </a:r>
          </a:p>
        </p:txBody>
      </p:sp>
      <p:sp>
        <p:nvSpPr>
          <p:cNvPr id="4" name="TextBox 3">
            <a:extLst>
              <a:ext uri="{FF2B5EF4-FFF2-40B4-BE49-F238E27FC236}">
                <a16:creationId xmlns:a16="http://schemas.microsoft.com/office/drawing/2014/main" id="{AE2CDB94-0539-63D1-3558-64C6D10C3BB6}"/>
              </a:ext>
            </a:extLst>
          </p:cNvPr>
          <p:cNvSpPr txBox="1"/>
          <p:nvPr/>
        </p:nvSpPr>
        <p:spPr>
          <a:xfrm>
            <a:off x="609600" y="2819400"/>
            <a:ext cx="5461000" cy="762000"/>
          </a:xfrm>
          <a:prstGeom prst="rect">
            <a:avLst/>
          </a:prstGeom>
          <a:noFill/>
        </p:spPr>
        <p:txBody>
          <a:bodyPr vert="horz" wrap="square" lIns="0" tIns="0" rIns="0" bIns="0" rtlCol="0" anchor="t">
            <a:noAutofit/>
          </a:bodyPr>
          <a:lstStyle/>
          <a:p>
            <a:r>
              <a:rPr lang="en-US">
                <a:solidFill>
                  <a:srgbClr val="26313D"/>
                </a:solidFill>
                <a:latin typeface="Calibri" panose="020F0502020204030204" pitchFamily="34" charset="0"/>
              </a:rPr>
              <a:t>It's not a suggestion. It's the standard of care for you and your patients.</a:t>
            </a:r>
          </a:p>
        </p:txBody>
      </p:sp>
      <p:sp>
        <p:nvSpPr>
          <p:cNvPr id="5" name="Oval 4">
            <a:extLst>
              <a:ext uri="{FF2B5EF4-FFF2-40B4-BE49-F238E27FC236}">
                <a16:creationId xmlns:a16="http://schemas.microsoft.com/office/drawing/2014/main" id="{093CE886-C5F6-0045-649C-DBA9DC0DA004}"/>
              </a:ext>
            </a:extLst>
          </p:cNvPr>
          <p:cNvSpPr/>
          <p:nvPr/>
        </p:nvSpPr>
        <p:spPr>
          <a:xfrm>
            <a:off x="609600" y="3860800"/>
            <a:ext cx="406400" cy="406400"/>
          </a:xfrm>
          <a:prstGeom prst="ellipse">
            <a:avLst/>
          </a:prstGeom>
          <a:solidFill>
            <a:srgbClr val="23898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500" b="1">
                <a:solidFill>
                  <a:srgbClr val="FFFFFF"/>
                </a:solidFill>
                <a:latin typeface="Calibri" panose="020F0502020204030204" pitchFamily="34" charset="0"/>
              </a:rPr>
              <a:t>✓</a:t>
            </a:r>
          </a:p>
        </p:txBody>
      </p:sp>
      <p:sp>
        <p:nvSpPr>
          <p:cNvPr id="6" name="TextBox 5">
            <a:extLst>
              <a:ext uri="{FF2B5EF4-FFF2-40B4-BE49-F238E27FC236}">
                <a16:creationId xmlns:a16="http://schemas.microsoft.com/office/drawing/2014/main" id="{50AB1263-B550-5D85-ED0C-564944A4C083}"/>
              </a:ext>
            </a:extLst>
          </p:cNvPr>
          <p:cNvSpPr txBox="1"/>
          <p:nvPr/>
        </p:nvSpPr>
        <p:spPr>
          <a:xfrm>
            <a:off x="1219200" y="3810000"/>
            <a:ext cx="4851400" cy="7112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Gloves</a:t>
            </a:r>
          </a:p>
          <a:p>
            <a:r>
              <a:rPr lang="en-US" sz="1500">
                <a:solidFill>
                  <a:srgbClr val="26313D"/>
                </a:solidFill>
                <a:latin typeface="Calibri" panose="020F0502020204030204" pitchFamily="34" charset="0"/>
              </a:rPr>
              <a:t>Every time, for every patient.</a:t>
            </a:r>
          </a:p>
        </p:txBody>
      </p:sp>
      <p:sp>
        <p:nvSpPr>
          <p:cNvPr id="7" name="Oval 6">
            <a:extLst>
              <a:ext uri="{FF2B5EF4-FFF2-40B4-BE49-F238E27FC236}">
                <a16:creationId xmlns:a16="http://schemas.microsoft.com/office/drawing/2014/main" id="{185C7929-ADAB-B91F-C92F-E1A44F2C2BFA}"/>
              </a:ext>
            </a:extLst>
          </p:cNvPr>
          <p:cNvSpPr/>
          <p:nvPr/>
        </p:nvSpPr>
        <p:spPr>
          <a:xfrm>
            <a:off x="609600" y="4673600"/>
            <a:ext cx="406400" cy="406400"/>
          </a:xfrm>
          <a:prstGeom prst="ellipse">
            <a:avLst/>
          </a:prstGeom>
          <a:solidFill>
            <a:srgbClr val="23898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500" b="1">
                <a:solidFill>
                  <a:srgbClr val="FFFFFF"/>
                </a:solidFill>
                <a:latin typeface="Calibri" panose="020F0502020204030204" pitchFamily="34" charset="0"/>
              </a:rPr>
              <a:t>✓</a:t>
            </a:r>
          </a:p>
        </p:txBody>
      </p:sp>
      <p:sp>
        <p:nvSpPr>
          <p:cNvPr id="8" name="TextBox 7">
            <a:extLst>
              <a:ext uri="{FF2B5EF4-FFF2-40B4-BE49-F238E27FC236}">
                <a16:creationId xmlns:a16="http://schemas.microsoft.com/office/drawing/2014/main" id="{5216C136-F73F-89CB-48FB-D4B4F0F5D490}"/>
              </a:ext>
            </a:extLst>
          </p:cNvPr>
          <p:cNvSpPr txBox="1"/>
          <p:nvPr/>
        </p:nvSpPr>
        <p:spPr>
          <a:xfrm>
            <a:off x="1219200" y="4622800"/>
            <a:ext cx="4851400" cy="7112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Hand hygiene</a:t>
            </a:r>
          </a:p>
          <a:p>
            <a:r>
              <a:rPr lang="en-US" sz="1500">
                <a:solidFill>
                  <a:srgbClr val="26313D"/>
                </a:solidFill>
                <a:latin typeface="Calibri" panose="020F0502020204030204" pitchFamily="34" charset="0"/>
              </a:rPr>
              <a:t>Before and after every contact.</a:t>
            </a:r>
          </a:p>
        </p:txBody>
      </p:sp>
      <p:sp>
        <p:nvSpPr>
          <p:cNvPr id="9" name="Oval 8">
            <a:extLst>
              <a:ext uri="{FF2B5EF4-FFF2-40B4-BE49-F238E27FC236}">
                <a16:creationId xmlns:a16="http://schemas.microsoft.com/office/drawing/2014/main" id="{C6168168-B6D0-41A9-8D5E-FEB1A47747EB}"/>
              </a:ext>
            </a:extLst>
          </p:cNvPr>
          <p:cNvSpPr/>
          <p:nvPr/>
        </p:nvSpPr>
        <p:spPr>
          <a:xfrm>
            <a:off x="609600" y="5486400"/>
            <a:ext cx="406400" cy="406400"/>
          </a:xfrm>
          <a:prstGeom prst="ellipse">
            <a:avLst/>
          </a:prstGeom>
          <a:solidFill>
            <a:srgbClr val="23898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500" b="1">
                <a:solidFill>
                  <a:srgbClr val="FFFFFF"/>
                </a:solidFill>
                <a:latin typeface="Calibri" panose="020F0502020204030204" pitchFamily="34" charset="0"/>
              </a:rPr>
              <a:t>✓</a:t>
            </a:r>
          </a:p>
        </p:txBody>
      </p:sp>
      <p:sp>
        <p:nvSpPr>
          <p:cNvPr id="10" name="TextBox 9">
            <a:extLst>
              <a:ext uri="{FF2B5EF4-FFF2-40B4-BE49-F238E27FC236}">
                <a16:creationId xmlns:a16="http://schemas.microsoft.com/office/drawing/2014/main" id="{AE693A32-A22C-19AF-A67E-FBF217C979DE}"/>
              </a:ext>
            </a:extLst>
          </p:cNvPr>
          <p:cNvSpPr txBox="1"/>
          <p:nvPr/>
        </p:nvSpPr>
        <p:spPr>
          <a:xfrm>
            <a:off x="1219200" y="5435600"/>
            <a:ext cx="4851400" cy="7112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Lift equipment</a:t>
            </a:r>
          </a:p>
          <a:p>
            <a:r>
              <a:rPr lang="en-US" sz="1500">
                <a:solidFill>
                  <a:srgbClr val="26313D"/>
                </a:solidFill>
                <a:latin typeface="Calibri" panose="020F0502020204030204" pitchFamily="34" charset="0"/>
              </a:rPr>
              <a:t>For every lift, transfer and reposition over 35 lb.</a:t>
            </a:r>
          </a:p>
        </p:txBody>
      </p:sp>
      <p:sp>
        <p:nvSpPr>
          <p:cNvPr id="11" name="Illustration">
            <a:extLst>
              <a:ext uri="{FF2B5EF4-FFF2-40B4-BE49-F238E27FC236}">
                <a16:creationId xmlns:a16="http://schemas.microsoft.com/office/drawing/2014/main" id="{377E49BC-88D6-5365-58F0-F7E04CA439C6}"/>
              </a:ext>
            </a:extLst>
          </p:cNvPr>
          <p:cNvSpPr/>
          <p:nvPr/>
        </p:nvSpPr>
        <p:spPr>
          <a:xfrm>
            <a:off x="6250940" y="1143000"/>
            <a:ext cx="5461000" cy="4572000"/>
          </a:xfrm>
          <a:prstGeom prst="roundRect">
            <a:avLst>
              <a:gd name="adj" fmla="val 5000"/>
            </a:avLst>
          </a:prstGeom>
          <a:blipFill>
            <a:blip r:embed="rId3">
              <a:extLst>
                <a:ext uri="{28A0092B-C50C-407E-A947-70E740481C1C}">
                  <a14:useLocalDpi xmlns:a14="http://schemas.microsoft.com/office/drawing/2010/main" val="0"/>
                </a:ext>
              </a:extLst>
            </a:blip>
            <a:stretch>
              <a:fillRect/>
            </a:stretch>
          </a:blip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6956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E2B5B-F195-CD58-4C21-A4DBB7FC5504}"/>
              </a:ext>
            </a:extLst>
          </p:cNvPr>
          <p:cNvSpPr>
            <a:spLocks noGrp="1"/>
          </p:cNvSpPr>
          <p:nvPr>
            <p:ph type="title" idx="10"/>
          </p:nvPr>
        </p:nvSpPr>
        <p:spPr/>
        <p:txBody>
          <a:bodyPr/>
          <a:lstStyle/>
          <a:p>
            <a:r>
              <a:rPr lang="en-US" dirty="0"/>
              <a:t>Solutions by dependency level</a:t>
            </a:r>
          </a:p>
        </p:txBody>
      </p:sp>
      <p:sp>
        <p:nvSpPr>
          <p:cNvPr id="3" name="TextBox 2">
            <a:extLst>
              <a:ext uri="{FF2B5EF4-FFF2-40B4-BE49-F238E27FC236}">
                <a16:creationId xmlns:a16="http://schemas.microsoft.com/office/drawing/2014/main" id="{EC847075-9108-3C39-37E4-FE853A159B49}"/>
              </a:ext>
            </a:extLst>
          </p:cNvPr>
          <p:cNvSpPr txBox="1"/>
          <p:nvPr/>
        </p:nvSpPr>
        <p:spPr>
          <a:xfrm>
            <a:off x="914400" y="1320800"/>
            <a:ext cx="4572000" cy="254000"/>
          </a:xfrm>
          <a:prstGeom prst="rect">
            <a:avLst/>
          </a:prstGeom>
          <a:noFill/>
        </p:spPr>
        <p:txBody>
          <a:bodyPr vert="horz" wrap="square" lIns="0" tIns="0" rIns="0" bIns="0" rtlCol="0" anchor="t">
            <a:noAutofit/>
          </a:bodyPr>
          <a:lstStyle/>
          <a:p>
            <a:r>
              <a:rPr lang="en-US" sz="1300" b="1">
                <a:solidFill>
                  <a:srgbClr val="5A6B7D"/>
                </a:solidFill>
                <a:latin typeface="Calibri" panose="020F0502020204030204" pitchFamily="34" charset="0"/>
              </a:rPr>
              <a:t>PATIENT'S LEVEL</a:t>
            </a:r>
          </a:p>
        </p:txBody>
      </p:sp>
      <p:sp>
        <p:nvSpPr>
          <p:cNvPr id="4" name="TextBox 3">
            <a:extLst>
              <a:ext uri="{FF2B5EF4-FFF2-40B4-BE49-F238E27FC236}">
                <a16:creationId xmlns:a16="http://schemas.microsoft.com/office/drawing/2014/main" id="{80AE4DA6-763E-1B99-933D-C41979C5822A}"/>
              </a:ext>
            </a:extLst>
          </p:cNvPr>
          <p:cNvSpPr txBox="1"/>
          <p:nvPr/>
        </p:nvSpPr>
        <p:spPr>
          <a:xfrm>
            <a:off x="6604000" y="1320800"/>
            <a:ext cx="4826000" cy="254000"/>
          </a:xfrm>
          <a:prstGeom prst="rect">
            <a:avLst/>
          </a:prstGeom>
          <a:noFill/>
        </p:spPr>
        <p:txBody>
          <a:bodyPr vert="horz" wrap="square" lIns="0" tIns="0" rIns="0" bIns="0" rtlCol="0" anchor="t">
            <a:noAutofit/>
          </a:bodyPr>
          <a:lstStyle/>
          <a:p>
            <a:r>
              <a:rPr lang="en-US" sz="1300" b="1">
                <a:solidFill>
                  <a:srgbClr val="5A6B7D"/>
                </a:solidFill>
                <a:latin typeface="Calibri" panose="020F0502020204030204" pitchFamily="34" charset="0"/>
              </a:rPr>
              <a:t>USE THIS EQUIPMENT</a:t>
            </a:r>
          </a:p>
        </p:txBody>
      </p:sp>
      <p:sp>
        <p:nvSpPr>
          <p:cNvPr id="5" name="Rectangle: Rounded Corners 4">
            <a:extLst>
              <a:ext uri="{FF2B5EF4-FFF2-40B4-BE49-F238E27FC236}">
                <a16:creationId xmlns:a16="http://schemas.microsoft.com/office/drawing/2014/main" id="{B16531D3-81B2-7044-19E5-8B54DEAF9061}"/>
              </a:ext>
            </a:extLst>
          </p:cNvPr>
          <p:cNvSpPr/>
          <p:nvPr/>
        </p:nvSpPr>
        <p:spPr>
          <a:xfrm>
            <a:off x="609600" y="1676400"/>
            <a:ext cx="10972800" cy="9652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2AA42E7-7208-96F1-9CCE-5AB67901DD22}"/>
              </a:ext>
            </a:extLst>
          </p:cNvPr>
          <p:cNvSpPr/>
          <p:nvPr/>
        </p:nvSpPr>
        <p:spPr>
          <a:xfrm>
            <a:off x="863600" y="1930400"/>
            <a:ext cx="457200" cy="457200"/>
          </a:xfrm>
          <a:prstGeom prst="ellipse">
            <a:avLst/>
          </a:prstGeom>
          <a:solidFill>
            <a:srgbClr val="B8322A"/>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1</a:t>
            </a:r>
          </a:p>
        </p:txBody>
      </p:sp>
      <p:sp>
        <p:nvSpPr>
          <p:cNvPr id="7" name="TextBox 6">
            <a:extLst>
              <a:ext uri="{FF2B5EF4-FFF2-40B4-BE49-F238E27FC236}">
                <a16:creationId xmlns:a16="http://schemas.microsoft.com/office/drawing/2014/main" id="{40378673-EF4D-9D47-BBF4-8F8DD9A7E930}"/>
              </a:ext>
            </a:extLst>
          </p:cNvPr>
          <p:cNvSpPr txBox="1"/>
          <p:nvPr/>
        </p:nvSpPr>
        <p:spPr>
          <a:xfrm>
            <a:off x="1574800" y="1676400"/>
            <a:ext cx="4318000" cy="965200"/>
          </a:xfrm>
          <a:prstGeom prst="rect">
            <a:avLst/>
          </a:prstGeom>
          <a:noFill/>
        </p:spPr>
        <p:txBody>
          <a:bodyPr vert="horz" wrap="square" lIns="0" tIns="0" rIns="0" bIns="0" rtlCol="0" anchor="ctr">
            <a:noAutofit/>
          </a:bodyPr>
          <a:lstStyle/>
          <a:p>
            <a:r>
              <a:rPr lang="en-US" sz="1900" b="1">
                <a:solidFill>
                  <a:srgbClr val="1B365D"/>
                </a:solidFill>
                <a:latin typeface="Calibri" panose="020F0502020204030204" pitchFamily="34" charset="0"/>
              </a:rPr>
              <a:t>Totally dependent</a:t>
            </a:r>
          </a:p>
        </p:txBody>
      </p:sp>
      <p:sp>
        <p:nvSpPr>
          <p:cNvPr id="8" name="Arrow: Right 7">
            <a:extLst>
              <a:ext uri="{FF2B5EF4-FFF2-40B4-BE49-F238E27FC236}">
                <a16:creationId xmlns:a16="http://schemas.microsoft.com/office/drawing/2014/main" id="{CA3BA856-3211-AAF1-F492-0E03E6AB0FB2}"/>
              </a:ext>
            </a:extLst>
          </p:cNvPr>
          <p:cNvSpPr/>
          <p:nvPr/>
        </p:nvSpPr>
        <p:spPr>
          <a:xfrm>
            <a:off x="5969000" y="2032000"/>
            <a:ext cx="381000" cy="254000"/>
          </a:xfrm>
          <a:prstGeom prst="rightArrow">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49D5C6C-CEF5-D4D6-B01B-4DE59B9C417D}"/>
              </a:ext>
            </a:extLst>
          </p:cNvPr>
          <p:cNvSpPr txBox="1"/>
          <p:nvPr/>
        </p:nvSpPr>
        <p:spPr>
          <a:xfrm>
            <a:off x="6604000" y="1676400"/>
            <a:ext cx="4724400" cy="965200"/>
          </a:xfrm>
          <a:prstGeom prst="rect">
            <a:avLst/>
          </a:prstGeom>
          <a:noFill/>
        </p:spPr>
        <p:txBody>
          <a:bodyPr vert="horz" wrap="square" lIns="0" tIns="0" rIns="0" bIns="0" rtlCol="0" anchor="ctr">
            <a:noAutofit/>
          </a:bodyPr>
          <a:lstStyle/>
          <a:p>
            <a:r>
              <a:rPr lang="en-US">
                <a:solidFill>
                  <a:srgbClr val="26313D"/>
                </a:solidFill>
                <a:latin typeface="Calibri" panose="020F0502020204030204" pitchFamily="34" charset="0"/>
              </a:rPr>
              <a:t>Full-sling mechanical lift</a:t>
            </a:r>
          </a:p>
        </p:txBody>
      </p:sp>
      <p:sp>
        <p:nvSpPr>
          <p:cNvPr id="10" name="Rectangle: Rounded Corners 9">
            <a:extLst>
              <a:ext uri="{FF2B5EF4-FFF2-40B4-BE49-F238E27FC236}">
                <a16:creationId xmlns:a16="http://schemas.microsoft.com/office/drawing/2014/main" id="{5DD5BC0D-12ED-0CE4-1970-ED28CFC97A04}"/>
              </a:ext>
            </a:extLst>
          </p:cNvPr>
          <p:cNvSpPr/>
          <p:nvPr/>
        </p:nvSpPr>
        <p:spPr>
          <a:xfrm>
            <a:off x="609600" y="2819400"/>
            <a:ext cx="10972800" cy="9652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21D2F8-6105-DE3E-CC79-4830C7380C8D}"/>
              </a:ext>
            </a:extLst>
          </p:cNvPr>
          <p:cNvSpPr/>
          <p:nvPr/>
        </p:nvSpPr>
        <p:spPr>
          <a:xfrm>
            <a:off x="863600" y="3073400"/>
            <a:ext cx="457200" cy="457200"/>
          </a:xfrm>
          <a:prstGeom prst="ellipse">
            <a:avLst/>
          </a:prstGeom>
          <a:solidFill>
            <a:srgbClr val="F2B33D"/>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2</a:t>
            </a:r>
          </a:p>
        </p:txBody>
      </p:sp>
      <p:sp>
        <p:nvSpPr>
          <p:cNvPr id="12" name="TextBox 11">
            <a:extLst>
              <a:ext uri="{FF2B5EF4-FFF2-40B4-BE49-F238E27FC236}">
                <a16:creationId xmlns:a16="http://schemas.microsoft.com/office/drawing/2014/main" id="{20773791-A411-BF15-6402-0E90AEBE480E}"/>
              </a:ext>
            </a:extLst>
          </p:cNvPr>
          <p:cNvSpPr txBox="1"/>
          <p:nvPr/>
        </p:nvSpPr>
        <p:spPr>
          <a:xfrm>
            <a:off x="1574800" y="2819400"/>
            <a:ext cx="4318000" cy="965200"/>
          </a:xfrm>
          <a:prstGeom prst="rect">
            <a:avLst/>
          </a:prstGeom>
          <a:noFill/>
        </p:spPr>
        <p:txBody>
          <a:bodyPr vert="horz" wrap="square" lIns="0" tIns="0" rIns="0" bIns="0" rtlCol="0" anchor="ctr">
            <a:noAutofit/>
          </a:bodyPr>
          <a:lstStyle/>
          <a:p>
            <a:r>
              <a:rPr lang="en-US" sz="1900" b="1">
                <a:solidFill>
                  <a:srgbClr val="1B365D"/>
                </a:solidFill>
                <a:latin typeface="Calibri" panose="020F0502020204030204" pitchFamily="34" charset="0"/>
              </a:rPr>
              <a:t>Extensive assistance</a:t>
            </a:r>
          </a:p>
        </p:txBody>
      </p:sp>
      <p:sp>
        <p:nvSpPr>
          <p:cNvPr id="13" name="Arrow: Right 12">
            <a:extLst>
              <a:ext uri="{FF2B5EF4-FFF2-40B4-BE49-F238E27FC236}">
                <a16:creationId xmlns:a16="http://schemas.microsoft.com/office/drawing/2014/main" id="{748E594B-BE4B-3644-5EE6-6A471F759B27}"/>
              </a:ext>
            </a:extLst>
          </p:cNvPr>
          <p:cNvSpPr/>
          <p:nvPr/>
        </p:nvSpPr>
        <p:spPr>
          <a:xfrm>
            <a:off x="5969000" y="3175000"/>
            <a:ext cx="381000" cy="254000"/>
          </a:xfrm>
          <a:prstGeom prst="rightArrow">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AF2C6E4-BF10-CFE6-7A01-D3A5456A0635}"/>
              </a:ext>
            </a:extLst>
          </p:cNvPr>
          <p:cNvSpPr txBox="1"/>
          <p:nvPr/>
        </p:nvSpPr>
        <p:spPr>
          <a:xfrm>
            <a:off x="6604000" y="2819400"/>
            <a:ext cx="4724400" cy="965200"/>
          </a:xfrm>
          <a:prstGeom prst="rect">
            <a:avLst/>
          </a:prstGeom>
          <a:noFill/>
        </p:spPr>
        <p:txBody>
          <a:bodyPr vert="horz" wrap="square" lIns="0" tIns="0" rIns="0" bIns="0" rtlCol="0" anchor="ctr">
            <a:noAutofit/>
          </a:bodyPr>
          <a:lstStyle/>
          <a:p>
            <a:r>
              <a:rPr lang="en-US">
                <a:solidFill>
                  <a:srgbClr val="26313D"/>
                </a:solidFill>
                <a:latin typeface="Calibri" panose="020F0502020204030204" pitchFamily="34" charset="0"/>
              </a:rPr>
              <a:t>Full-sling lift or stand-assist lift</a:t>
            </a:r>
          </a:p>
        </p:txBody>
      </p:sp>
      <p:sp>
        <p:nvSpPr>
          <p:cNvPr id="15" name="Rectangle: Rounded Corners 14">
            <a:extLst>
              <a:ext uri="{FF2B5EF4-FFF2-40B4-BE49-F238E27FC236}">
                <a16:creationId xmlns:a16="http://schemas.microsoft.com/office/drawing/2014/main" id="{C664AC9F-D6F8-0060-9EF0-AA1A3243F518}"/>
              </a:ext>
            </a:extLst>
          </p:cNvPr>
          <p:cNvSpPr/>
          <p:nvPr/>
        </p:nvSpPr>
        <p:spPr>
          <a:xfrm>
            <a:off x="609600" y="3962400"/>
            <a:ext cx="10972800" cy="9652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1518324-3D2A-DF8D-C550-3E96DFFBA2B1}"/>
              </a:ext>
            </a:extLst>
          </p:cNvPr>
          <p:cNvSpPr/>
          <p:nvPr/>
        </p:nvSpPr>
        <p:spPr>
          <a:xfrm>
            <a:off x="863600" y="4216400"/>
            <a:ext cx="457200" cy="457200"/>
          </a:xfrm>
          <a:prstGeom prst="ellipse">
            <a:avLst/>
          </a:prstGeom>
          <a:solidFill>
            <a:srgbClr val="B8322A"/>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3</a:t>
            </a:r>
          </a:p>
        </p:txBody>
      </p:sp>
      <p:sp>
        <p:nvSpPr>
          <p:cNvPr id="17" name="TextBox 16">
            <a:extLst>
              <a:ext uri="{FF2B5EF4-FFF2-40B4-BE49-F238E27FC236}">
                <a16:creationId xmlns:a16="http://schemas.microsoft.com/office/drawing/2014/main" id="{7E4A0619-4BC6-0C74-3A80-50A7E508C5B8}"/>
              </a:ext>
            </a:extLst>
          </p:cNvPr>
          <p:cNvSpPr txBox="1"/>
          <p:nvPr/>
        </p:nvSpPr>
        <p:spPr>
          <a:xfrm>
            <a:off x="1574800" y="3962400"/>
            <a:ext cx="4318000" cy="965200"/>
          </a:xfrm>
          <a:prstGeom prst="rect">
            <a:avLst/>
          </a:prstGeom>
          <a:noFill/>
        </p:spPr>
        <p:txBody>
          <a:bodyPr vert="horz" wrap="square" lIns="0" tIns="0" rIns="0" bIns="0" rtlCol="0" anchor="ctr">
            <a:noAutofit/>
          </a:bodyPr>
          <a:lstStyle/>
          <a:p>
            <a:r>
              <a:rPr lang="en-US" sz="1900" b="1">
                <a:solidFill>
                  <a:srgbClr val="1B365D"/>
                </a:solidFill>
                <a:latin typeface="Calibri" panose="020F0502020204030204" pitchFamily="34" charset="0"/>
              </a:rPr>
              <a:t>Lifting from the floor (dependent)</a:t>
            </a:r>
          </a:p>
        </p:txBody>
      </p:sp>
      <p:sp>
        <p:nvSpPr>
          <p:cNvPr id="18" name="Arrow: Right 17">
            <a:extLst>
              <a:ext uri="{FF2B5EF4-FFF2-40B4-BE49-F238E27FC236}">
                <a16:creationId xmlns:a16="http://schemas.microsoft.com/office/drawing/2014/main" id="{A9A4AF89-3EEA-3B26-FA36-4E134B403DED}"/>
              </a:ext>
            </a:extLst>
          </p:cNvPr>
          <p:cNvSpPr/>
          <p:nvPr/>
        </p:nvSpPr>
        <p:spPr>
          <a:xfrm>
            <a:off x="5969000" y="4318000"/>
            <a:ext cx="381000" cy="254000"/>
          </a:xfrm>
          <a:prstGeom prst="rightArrow">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078B415-EECC-9571-0DB4-87EC72ECD04E}"/>
              </a:ext>
            </a:extLst>
          </p:cNvPr>
          <p:cNvSpPr txBox="1"/>
          <p:nvPr/>
        </p:nvSpPr>
        <p:spPr>
          <a:xfrm>
            <a:off x="6604000" y="3962400"/>
            <a:ext cx="4724400" cy="965200"/>
          </a:xfrm>
          <a:prstGeom prst="rect">
            <a:avLst/>
          </a:prstGeom>
          <a:noFill/>
        </p:spPr>
        <p:txBody>
          <a:bodyPr vert="horz" wrap="square" lIns="0" tIns="0" rIns="0" bIns="0" rtlCol="0" anchor="ctr">
            <a:noAutofit/>
          </a:bodyPr>
          <a:lstStyle/>
          <a:p>
            <a:r>
              <a:rPr lang="en-US">
                <a:solidFill>
                  <a:srgbClr val="26313D"/>
                </a:solidFill>
                <a:latin typeface="Calibri" panose="020F0502020204030204" pitchFamily="34" charset="0"/>
              </a:rPr>
              <a:t>Full-sling mechanical lift, with enough help</a:t>
            </a:r>
          </a:p>
        </p:txBody>
      </p:sp>
      <p:sp>
        <p:nvSpPr>
          <p:cNvPr id="20" name="Rectangle: Rounded Corners 19">
            <a:extLst>
              <a:ext uri="{FF2B5EF4-FFF2-40B4-BE49-F238E27FC236}">
                <a16:creationId xmlns:a16="http://schemas.microsoft.com/office/drawing/2014/main" id="{A63ED575-0A75-C44C-8FA7-2514B055AA6F}"/>
              </a:ext>
            </a:extLst>
          </p:cNvPr>
          <p:cNvSpPr/>
          <p:nvPr/>
        </p:nvSpPr>
        <p:spPr>
          <a:xfrm>
            <a:off x="609600" y="5105400"/>
            <a:ext cx="10972800" cy="9652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1E5E047-EEE4-2D74-B9F7-134606B96089}"/>
              </a:ext>
            </a:extLst>
          </p:cNvPr>
          <p:cNvSpPr/>
          <p:nvPr/>
        </p:nvSpPr>
        <p:spPr>
          <a:xfrm>
            <a:off x="863600" y="5359400"/>
            <a:ext cx="457200" cy="457200"/>
          </a:xfrm>
          <a:prstGeom prst="ellipse">
            <a:avLst/>
          </a:prstGeom>
          <a:solidFill>
            <a:srgbClr val="23898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4</a:t>
            </a:r>
          </a:p>
        </p:txBody>
      </p:sp>
      <p:sp>
        <p:nvSpPr>
          <p:cNvPr id="22" name="TextBox 21">
            <a:extLst>
              <a:ext uri="{FF2B5EF4-FFF2-40B4-BE49-F238E27FC236}">
                <a16:creationId xmlns:a16="http://schemas.microsoft.com/office/drawing/2014/main" id="{9EF9C208-9203-DD43-0CA7-9C8F49E31893}"/>
              </a:ext>
            </a:extLst>
          </p:cNvPr>
          <p:cNvSpPr txBox="1"/>
          <p:nvPr/>
        </p:nvSpPr>
        <p:spPr>
          <a:xfrm>
            <a:off x="1574800" y="5105400"/>
            <a:ext cx="4318000" cy="965200"/>
          </a:xfrm>
          <a:prstGeom prst="rect">
            <a:avLst/>
          </a:prstGeom>
          <a:noFill/>
        </p:spPr>
        <p:txBody>
          <a:bodyPr vert="horz" wrap="square" lIns="0" tIns="0" rIns="0" bIns="0" rtlCol="0" anchor="ctr">
            <a:noAutofit/>
          </a:bodyPr>
          <a:lstStyle/>
          <a:p>
            <a:r>
              <a:rPr lang="en-US" sz="1900" b="1">
                <a:solidFill>
                  <a:srgbClr val="1B365D"/>
                </a:solidFill>
                <a:latin typeface="Calibri" panose="020F0502020204030204" pitchFamily="34" charset="0"/>
              </a:rPr>
              <a:t>Limited assistance</a:t>
            </a:r>
          </a:p>
        </p:txBody>
      </p:sp>
      <p:sp>
        <p:nvSpPr>
          <p:cNvPr id="23" name="Arrow: Right 22">
            <a:extLst>
              <a:ext uri="{FF2B5EF4-FFF2-40B4-BE49-F238E27FC236}">
                <a16:creationId xmlns:a16="http://schemas.microsoft.com/office/drawing/2014/main" id="{04D51DED-2DB1-A1BB-31BD-3C40512BE91F}"/>
              </a:ext>
            </a:extLst>
          </p:cNvPr>
          <p:cNvSpPr/>
          <p:nvPr/>
        </p:nvSpPr>
        <p:spPr>
          <a:xfrm>
            <a:off x="5969000" y="5461000"/>
            <a:ext cx="381000" cy="254000"/>
          </a:xfrm>
          <a:prstGeom prst="rightArrow">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72535F5-86EA-1723-6E8A-1E1935BA7B43}"/>
              </a:ext>
            </a:extLst>
          </p:cNvPr>
          <p:cNvSpPr txBox="1"/>
          <p:nvPr/>
        </p:nvSpPr>
        <p:spPr>
          <a:xfrm>
            <a:off x="6604000" y="5105400"/>
            <a:ext cx="4724400" cy="965200"/>
          </a:xfrm>
          <a:prstGeom prst="rect">
            <a:avLst/>
          </a:prstGeom>
          <a:noFill/>
        </p:spPr>
        <p:txBody>
          <a:bodyPr vert="horz" wrap="square" lIns="0" tIns="0" rIns="0" bIns="0" rtlCol="0" anchor="ctr">
            <a:noAutofit/>
          </a:bodyPr>
          <a:lstStyle/>
          <a:p>
            <a:r>
              <a:rPr lang="en-US">
                <a:solidFill>
                  <a:srgbClr val="26313D"/>
                </a:solidFill>
                <a:latin typeface="Calibri" panose="020F0502020204030204" pitchFamily="34" charset="0"/>
              </a:rPr>
              <a:t>Stand-assist lift and friction-reducing device</a:t>
            </a:r>
          </a:p>
        </p:txBody>
      </p:sp>
    </p:spTree>
    <p:extLst>
      <p:ext uri="{BB962C8B-B14F-4D97-AF65-F5344CB8AC3E}">
        <p14:creationId xmlns:p14="http://schemas.microsoft.com/office/powerpoint/2010/main" val="2135056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5144-539A-1C12-B6F6-F2531E8568D9}"/>
              </a:ext>
            </a:extLst>
          </p:cNvPr>
          <p:cNvSpPr>
            <a:spLocks noGrp="1"/>
          </p:cNvSpPr>
          <p:nvPr>
            <p:ph type="title" idx="10"/>
          </p:nvPr>
        </p:nvSpPr>
        <p:spPr/>
        <p:txBody>
          <a:bodyPr/>
          <a:lstStyle/>
          <a:p>
            <a:r>
              <a:rPr lang="en-US"/>
              <a:t>Prevent injuries to yourself and your patients</a:t>
            </a:r>
          </a:p>
        </p:txBody>
      </p:sp>
      <p:sp>
        <p:nvSpPr>
          <p:cNvPr id="3" name="Rectangle: Rounded Corners 2">
            <a:extLst>
              <a:ext uri="{FF2B5EF4-FFF2-40B4-BE49-F238E27FC236}">
                <a16:creationId xmlns:a16="http://schemas.microsoft.com/office/drawing/2014/main" id="{36FF00C8-B8C8-93C7-D97D-54249389568A}"/>
              </a:ext>
            </a:extLst>
          </p:cNvPr>
          <p:cNvSpPr/>
          <p:nvPr/>
        </p:nvSpPr>
        <p:spPr>
          <a:xfrm>
            <a:off x="609600" y="1905000"/>
            <a:ext cx="5461000" cy="12446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3A49F8CF-CA7B-5646-2A49-B2E2DAB2FF84}"/>
              </a:ext>
            </a:extLst>
          </p:cNvPr>
          <p:cNvSpPr/>
          <p:nvPr/>
        </p:nvSpPr>
        <p:spPr>
          <a:xfrm>
            <a:off x="863600" y="2197100"/>
            <a:ext cx="660400" cy="660400"/>
          </a:xfrm>
          <a:prstGeom prst="ellipse">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4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6A1496B4-E428-F483-E812-53F568F4E9C4}"/>
              </a:ext>
            </a:extLst>
          </p:cNvPr>
          <p:cNvSpPr txBox="1"/>
          <p:nvPr/>
        </p:nvSpPr>
        <p:spPr>
          <a:xfrm>
            <a:off x="1752600" y="2108200"/>
            <a:ext cx="4114800" cy="914400"/>
          </a:xfrm>
          <a:prstGeom prst="rect">
            <a:avLst/>
          </a:prstGeom>
          <a:noFill/>
        </p:spPr>
        <p:txBody>
          <a:bodyPr vert="horz" wrap="square" lIns="0" tIns="0" rIns="0" bIns="0" rtlCol="0" anchor="t">
            <a:noAutofit/>
          </a:bodyPr>
          <a:lstStyle/>
          <a:p>
            <a:pPr>
              <a:spcAft>
                <a:spcPts val="200"/>
              </a:spcAft>
            </a:pPr>
            <a:r>
              <a:rPr lang="en-US" sz="1900" b="1">
                <a:solidFill>
                  <a:srgbClr val="1B365D"/>
                </a:solidFill>
                <a:latin typeface="Calibri" panose="020F0502020204030204" pitchFamily="34" charset="0"/>
              </a:rPr>
              <a:t>Know your Unit Peer Leaders</a:t>
            </a:r>
          </a:p>
          <a:p>
            <a:pPr>
              <a:spcAft>
                <a:spcPts val="200"/>
              </a:spcAft>
            </a:pPr>
            <a:r>
              <a:rPr lang="en-US" sz="1500">
                <a:solidFill>
                  <a:srgbClr val="26313D"/>
                </a:solidFill>
                <a:latin typeface="Calibri" panose="020F0502020204030204" pitchFamily="34" charset="0"/>
              </a:rPr>
              <a:t>They are your on-unit SPHM experts. Find them early.</a:t>
            </a:r>
          </a:p>
        </p:txBody>
      </p:sp>
      <p:sp>
        <p:nvSpPr>
          <p:cNvPr id="6" name="Rectangle: Rounded Corners 5">
            <a:extLst>
              <a:ext uri="{FF2B5EF4-FFF2-40B4-BE49-F238E27FC236}">
                <a16:creationId xmlns:a16="http://schemas.microsoft.com/office/drawing/2014/main" id="{CA7464A4-D9AA-F358-C246-24DE29C48927}"/>
              </a:ext>
            </a:extLst>
          </p:cNvPr>
          <p:cNvSpPr/>
          <p:nvPr/>
        </p:nvSpPr>
        <p:spPr>
          <a:xfrm>
            <a:off x="609600" y="3327400"/>
            <a:ext cx="5461000" cy="12446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0E2F011-0DAE-AD09-3839-40EECE453606}"/>
              </a:ext>
            </a:extLst>
          </p:cNvPr>
          <p:cNvSpPr/>
          <p:nvPr/>
        </p:nvSpPr>
        <p:spPr>
          <a:xfrm>
            <a:off x="863600" y="3619500"/>
            <a:ext cx="660400" cy="660400"/>
          </a:xfrm>
          <a:prstGeom prst="ellipse">
            <a:avLst/>
          </a:prstGeom>
          <a:solidFill>
            <a:srgbClr val="23898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400"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93F6301C-C5B4-0FE8-192E-FD9A69908688}"/>
              </a:ext>
            </a:extLst>
          </p:cNvPr>
          <p:cNvSpPr txBox="1"/>
          <p:nvPr/>
        </p:nvSpPr>
        <p:spPr>
          <a:xfrm>
            <a:off x="1752600" y="3530600"/>
            <a:ext cx="4114800" cy="914400"/>
          </a:xfrm>
          <a:prstGeom prst="rect">
            <a:avLst/>
          </a:prstGeom>
          <a:noFill/>
        </p:spPr>
        <p:txBody>
          <a:bodyPr vert="horz" wrap="square" lIns="0" tIns="0" rIns="0" bIns="0" rtlCol="0" anchor="t">
            <a:noAutofit/>
          </a:bodyPr>
          <a:lstStyle/>
          <a:p>
            <a:pPr>
              <a:spcAft>
                <a:spcPts val="200"/>
              </a:spcAft>
            </a:pPr>
            <a:r>
              <a:rPr lang="en-US" sz="1900" b="1">
                <a:solidFill>
                  <a:srgbClr val="1B365D"/>
                </a:solidFill>
                <a:latin typeface="Calibri" panose="020F0502020204030204" pitchFamily="34" charset="0"/>
              </a:rPr>
              <a:t>Use the lift equipment</a:t>
            </a:r>
          </a:p>
          <a:p>
            <a:pPr>
              <a:spcAft>
                <a:spcPts val="200"/>
              </a:spcAft>
            </a:pPr>
            <a:r>
              <a:rPr lang="en-US" sz="1500">
                <a:solidFill>
                  <a:srgbClr val="26313D"/>
                </a:solidFill>
                <a:latin typeface="Calibri" panose="020F0502020204030204" pitchFamily="34" charset="0"/>
              </a:rPr>
              <a:t>Every lift, transfer and reposition above 35 lb.</a:t>
            </a:r>
          </a:p>
        </p:txBody>
      </p:sp>
      <p:sp>
        <p:nvSpPr>
          <p:cNvPr id="9" name="Rectangle: Rounded Corners 8">
            <a:extLst>
              <a:ext uri="{FF2B5EF4-FFF2-40B4-BE49-F238E27FC236}">
                <a16:creationId xmlns:a16="http://schemas.microsoft.com/office/drawing/2014/main" id="{FA7D7BF6-871F-4ACD-0F8D-3AE8FCBF15BC}"/>
              </a:ext>
            </a:extLst>
          </p:cNvPr>
          <p:cNvSpPr/>
          <p:nvPr/>
        </p:nvSpPr>
        <p:spPr>
          <a:xfrm>
            <a:off x="609600" y="4749800"/>
            <a:ext cx="5461000" cy="12446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04B8032-E694-9E82-EA96-D90ED278BD11}"/>
              </a:ext>
            </a:extLst>
          </p:cNvPr>
          <p:cNvSpPr/>
          <p:nvPr/>
        </p:nvSpPr>
        <p:spPr>
          <a:xfrm>
            <a:off x="863600" y="5041900"/>
            <a:ext cx="660400" cy="660400"/>
          </a:xfrm>
          <a:prstGeom prst="ellipse">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400" b="1">
                <a:solidFill>
                  <a:srgbClr val="FFFFFF"/>
                </a:solidFill>
                <a:latin typeface="Calibri" panose="020F0502020204030204" pitchFamily="34" charset="0"/>
              </a:rPr>
              <a:t>3</a:t>
            </a:r>
          </a:p>
        </p:txBody>
      </p:sp>
      <p:sp>
        <p:nvSpPr>
          <p:cNvPr id="11" name="TextBox 10">
            <a:extLst>
              <a:ext uri="{FF2B5EF4-FFF2-40B4-BE49-F238E27FC236}">
                <a16:creationId xmlns:a16="http://schemas.microsoft.com/office/drawing/2014/main" id="{2A1DEF7F-8FF1-CB3C-A560-727FE7495767}"/>
              </a:ext>
            </a:extLst>
          </p:cNvPr>
          <p:cNvSpPr txBox="1"/>
          <p:nvPr/>
        </p:nvSpPr>
        <p:spPr>
          <a:xfrm>
            <a:off x="1752600" y="4953000"/>
            <a:ext cx="4114800" cy="914400"/>
          </a:xfrm>
          <a:prstGeom prst="rect">
            <a:avLst/>
          </a:prstGeom>
          <a:noFill/>
        </p:spPr>
        <p:txBody>
          <a:bodyPr vert="horz" wrap="square" lIns="0" tIns="0" rIns="0" bIns="0" rtlCol="0" anchor="t">
            <a:noAutofit/>
          </a:bodyPr>
          <a:lstStyle/>
          <a:p>
            <a:pPr>
              <a:spcAft>
                <a:spcPts val="200"/>
              </a:spcAft>
            </a:pPr>
            <a:r>
              <a:rPr lang="en-US" sz="1900" b="1">
                <a:solidFill>
                  <a:srgbClr val="1B365D"/>
                </a:solidFill>
                <a:latin typeface="Calibri" panose="020F0502020204030204" pitchFamily="34" charset="0"/>
              </a:rPr>
              <a:t>Ask for help</a:t>
            </a:r>
          </a:p>
          <a:p>
            <a:pPr>
              <a:spcAft>
                <a:spcPts val="200"/>
              </a:spcAft>
            </a:pPr>
            <a:r>
              <a:rPr lang="en-US" sz="1500">
                <a:solidFill>
                  <a:srgbClr val="26313D"/>
                </a:solidFill>
                <a:latin typeface="Calibri" panose="020F0502020204030204" pitchFamily="34" charset="0"/>
              </a:rPr>
              <a:t>Get enough people before you start the move.</a:t>
            </a:r>
          </a:p>
        </p:txBody>
      </p:sp>
      <p:sp>
        <p:nvSpPr>
          <p:cNvPr id="12" name="Illustration">
            <a:extLst>
              <a:ext uri="{FF2B5EF4-FFF2-40B4-BE49-F238E27FC236}">
                <a16:creationId xmlns:a16="http://schemas.microsoft.com/office/drawing/2014/main" id="{7636A98A-C86E-DA35-B3CE-64181D6168B0}"/>
              </a:ext>
            </a:extLst>
          </p:cNvPr>
          <p:cNvSpPr/>
          <p:nvPr/>
        </p:nvSpPr>
        <p:spPr>
          <a:xfrm>
            <a:off x="6502400" y="457200"/>
            <a:ext cx="5080000" cy="5943600"/>
          </a:xfrm>
          <a:prstGeom prst="roundRect">
            <a:avLst>
              <a:gd name="adj" fmla="val 5000"/>
            </a:avLst>
          </a:prstGeom>
          <a:blipFill>
            <a:blip r:embed="rId3">
              <a:extLst>
                <a:ext uri="{28A0092B-C50C-407E-A947-70E740481C1C}">
                  <a14:useLocalDpi xmlns:a14="http://schemas.microsoft.com/office/drawing/2010/main" val="0"/>
                </a:ext>
              </a:extLst>
            </a:blip>
            <a:stretch>
              <a:fillRect/>
            </a:stretch>
          </a:blip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4746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184D2-8952-7D11-2098-86C8DE3765F6}"/>
              </a:ext>
            </a:extLst>
          </p:cNvPr>
          <p:cNvSpPr>
            <a:spLocks noGrp="1"/>
          </p:cNvSpPr>
          <p:nvPr>
            <p:ph type="title" idx="10"/>
          </p:nvPr>
        </p:nvSpPr>
        <p:spPr/>
        <p:txBody>
          <a:bodyPr/>
          <a:lstStyle/>
          <a:p>
            <a:r>
              <a:rPr lang="it-IT"/>
              <a:t>SPHM at VA Central California</a:t>
            </a:r>
            <a:endParaRPr lang="en-US"/>
          </a:p>
        </p:txBody>
      </p:sp>
      <p:sp>
        <p:nvSpPr>
          <p:cNvPr id="3" name="Oval 2">
            <a:extLst>
              <a:ext uri="{FF2B5EF4-FFF2-40B4-BE49-F238E27FC236}">
                <a16:creationId xmlns:a16="http://schemas.microsoft.com/office/drawing/2014/main" id="{D67CA783-CDED-7920-BC37-233C839BD39C}"/>
              </a:ext>
            </a:extLst>
          </p:cNvPr>
          <p:cNvSpPr/>
          <p:nvPr/>
        </p:nvSpPr>
        <p:spPr>
          <a:xfrm>
            <a:off x="609600" y="1752600"/>
            <a:ext cx="457200" cy="457200"/>
          </a:xfrm>
          <a:prstGeom prst="ellipse">
            <a:avLst/>
          </a:prstGeom>
          <a:solidFill>
            <a:srgbClr val="23898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4" name="TextBox 3">
            <a:extLst>
              <a:ext uri="{FF2B5EF4-FFF2-40B4-BE49-F238E27FC236}">
                <a16:creationId xmlns:a16="http://schemas.microsoft.com/office/drawing/2014/main" id="{CCD54D4E-F5F3-4CCE-4F9A-29FE33E474E5}"/>
              </a:ext>
            </a:extLst>
          </p:cNvPr>
          <p:cNvSpPr txBox="1"/>
          <p:nvPr/>
        </p:nvSpPr>
        <p:spPr>
          <a:xfrm>
            <a:off x="1270000" y="1727200"/>
            <a:ext cx="4800600" cy="711200"/>
          </a:xfrm>
          <a:prstGeom prst="rect">
            <a:avLst/>
          </a:prstGeom>
          <a:noFill/>
        </p:spPr>
        <p:txBody>
          <a:bodyPr vert="horz" wrap="square" lIns="0" tIns="0" rIns="0" bIns="0" rtlCol="0" anchor="t">
            <a:noAutofit/>
          </a:bodyPr>
          <a:lstStyle/>
          <a:p>
            <a:r>
              <a:rPr lang="en-US" b="1">
                <a:solidFill>
                  <a:srgbClr val="1B365D"/>
                </a:solidFill>
                <a:latin typeface="Calibri" panose="020F0502020204030204" pitchFamily="34" charset="0"/>
              </a:rPr>
              <a:t>A designated SPHM program</a:t>
            </a:r>
          </a:p>
          <a:p>
            <a:r>
              <a:rPr lang="en-US" sz="1500">
                <a:solidFill>
                  <a:srgbClr val="26313D"/>
                </a:solidFill>
                <a:latin typeface="Calibri" panose="020F0502020204030204" pitchFamily="34" charset="0"/>
              </a:rPr>
              <a:t>Led by the SPHM Program Manager.</a:t>
            </a:r>
          </a:p>
        </p:txBody>
      </p:sp>
      <p:sp>
        <p:nvSpPr>
          <p:cNvPr id="5" name="Oval 4">
            <a:extLst>
              <a:ext uri="{FF2B5EF4-FFF2-40B4-BE49-F238E27FC236}">
                <a16:creationId xmlns:a16="http://schemas.microsoft.com/office/drawing/2014/main" id="{065DFC8A-EE71-5049-A903-0D860D04DB7D}"/>
              </a:ext>
            </a:extLst>
          </p:cNvPr>
          <p:cNvSpPr/>
          <p:nvPr/>
        </p:nvSpPr>
        <p:spPr>
          <a:xfrm>
            <a:off x="609600" y="2590800"/>
            <a:ext cx="457200" cy="457200"/>
          </a:xfrm>
          <a:prstGeom prst="ellipse">
            <a:avLst/>
          </a:prstGeom>
          <a:solidFill>
            <a:srgbClr val="23898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6" name="TextBox 5">
            <a:extLst>
              <a:ext uri="{FF2B5EF4-FFF2-40B4-BE49-F238E27FC236}">
                <a16:creationId xmlns:a16="http://schemas.microsoft.com/office/drawing/2014/main" id="{9A5EB742-18D7-5AB4-3D53-7AAF0BAD2F54}"/>
              </a:ext>
            </a:extLst>
          </p:cNvPr>
          <p:cNvSpPr txBox="1"/>
          <p:nvPr/>
        </p:nvSpPr>
        <p:spPr>
          <a:xfrm>
            <a:off x="1270000" y="2565400"/>
            <a:ext cx="4800600" cy="711200"/>
          </a:xfrm>
          <a:prstGeom prst="rect">
            <a:avLst/>
          </a:prstGeom>
          <a:noFill/>
        </p:spPr>
        <p:txBody>
          <a:bodyPr vert="horz" wrap="square" lIns="0" tIns="0" rIns="0" bIns="0" rtlCol="0" anchor="t">
            <a:noAutofit/>
          </a:bodyPr>
          <a:lstStyle/>
          <a:p>
            <a:r>
              <a:rPr lang="en-US" b="1">
                <a:solidFill>
                  <a:srgbClr val="1B365D"/>
                </a:solidFill>
                <a:latin typeface="Calibri" panose="020F0502020204030204" pitchFamily="34" charset="0"/>
              </a:rPr>
              <a:t>Unit Peer Leaders on every unit</a:t>
            </a:r>
          </a:p>
          <a:p>
            <a:r>
              <a:rPr lang="en-US" sz="1500">
                <a:solidFill>
                  <a:srgbClr val="26313D"/>
                </a:solidFill>
                <a:latin typeface="Calibri" panose="020F0502020204030204" pitchFamily="34" charset="0"/>
              </a:rPr>
              <a:t>Your on-unit experts and trainers.</a:t>
            </a:r>
          </a:p>
        </p:txBody>
      </p:sp>
      <p:sp>
        <p:nvSpPr>
          <p:cNvPr id="7" name="Oval 6">
            <a:extLst>
              <a:ext uri="{FF2B5EF4-FFF2-40B4-BE49-F238E27FC236}">
                <a16:creationId xmlns:a16="http://schemas.microsoft.com/office/drawing/2014/main" id="{E4C90BEA-1FA7-574D-32E9-28138D089B31}"/>
              </a:ext>
            </a:extLst>
          </p:cNvPr>
          <p:cNvSpPr/>
          <p:nvPr/>
        </p:nvSpPr>
        <p:spPr>
          <a:xfrm>
            <a:off x="609600" y="3429000"/>
            <a:ext cx="457200" cy="457200"/>
          </a:xfrm>
          <a:prstGeom prst="ellipse">
            <a:avLst/>
          </a:prstGeom>
          <a:solidFill>
            <a:srgbClr val="23898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8" name="TextBox 7">
            <a:extLst>
              <a:ext uri="{FF2B5EF4-FFF2-40B4-BE49-F238E27FC236}">
                <a16:creationId xmlns:a16="http://schemas.microsoft.com/office/drawing/2014/main" id="{AE9FF4F0-FB2A-CE38-8D5F-8D1E3C54DE1A}"/>
              </a:ext>
            </a:extLst>
          </p:cNvPr>
          <p:cNvSpPr txBox="1"/>
          <p:nvPr/>
        </p:nvSpPr>
        <p:spPr>
          <a:xfrm>
            <a:off x="1270000" y="3403600"/>
            <a:ext cx="4800600" cy="711200"/>
          </a:xfrm>
          <a:prstGeom prst="rect">
            <a:avLst/>
          </a:prstGeom>
          <a:noFill/>
        </p:spPr>
        <p:txBody>
          <a:bodyPr vert="horz" wrap="square" lIns="0" tIns="0" rIns="0" bIns="0" rtlCol="0" anchor="t">
            <a:noAutofit/>
          </a:bodyPr>
          <a:lstStyle/>
          <a:p>
            <a:r>
              <a:rPr lang="en-US" b="1">
                <a:solidFill>
                  <a:srgbClr val="1B365D"/>
                </a:solidFill>
                <a:latin typeface="Calibri" panose="020F0502020204030204" pitchFamily="34" charset="0"/>
              </a:rPr>
              <a:t>Ask for help and use the equipment</a:t>
            </a:r>
          </a:p>
          <a:p>
            <a:r>
              <a:rPr lang="en-US" sz="1500">
                <a:solidFill>
                  <a:srgbClr val="26313D"/>
                </a:solidFill>
                <a:latin typeface="Calibri" panose="020F0502020204030204" pitchFamily="34" charset="0"/>
              </a:rPr>
              <a:t>Every lift, every time.</a:t>
            </a:r>
          </a:p>
        </p:txBody>
      </p:sp>
      <p:sp>
        <p:nvSpPr>
          <p:cNvPr id="9" name="TextBox 8">
            <a:extLst>
              <a:ext uri="{FF2B5EF4-FFF2-40B4-BE49-F238E27FC236}">
                <a16:creationId xmlns:a16="http://schemas.microsoft.com/office/drawing/2014/main" id="{5059EEAE-A684-550E-BE6D-8632BB6EFB7A}"/>
              </a:ext>
            </a:extLst>
          </p:cNvPr>
          <p:cNvSpPr txBox="1"/>
          <p:nvPr/>
        </p:nvSpPr>
        <p:spPr>
          <a:xfrm>
            <a:off x="609600" y="4318000"/>
            <a:ext cx="5461000" cy="254000"/>
          </a:xfrm>
          <a:prstGeom prst="rect">
            <a:avLst/>
          </a:prstGeom>
          <a:noFill/>
        </p:spPr>
        <p:txBody>
          <a:bodyPr vert="horz" wrap="square" lIns="0" tIns="0" rIns="0" bIns="0" rtlCol="0" anchor="t">
            <a:noAutofit/>
          </a:bodyPr>
          <a:lstStyle/>
          <a:p>
            <a:r>
              <a:rPr lang="en-US" sz="1300" b="1">
                <a:solidFill>
                  <a:srgbClr val="5A6B7D"/>
                </a:solidFill>
                <a:latin typeface="Calibri" panose="020F0502020204030204" pitchFamily="34" charset="0"/>
              </a:rPr>
              <a:t>EQUIPMENT YOU'LL FIND ON YOUR UNIT</a:t>
            </a:r>
          </a:p>
        </p:txBody>
      </p:sp>
      <p:sp>
        <p:nvSpPr>
          <p:cNvPr id="10" name="Rectangle: Rounded Corners 9">
            <a:extLst>
              <a:ext uri="{FF2B5EF4-FFF2-40B4-BE49-F238E27FC236}">
                <a16:creationId xmlns:a16="http://schemas.microsoft.com/office/drawing/2014/main" id="{5C24654A-0B03-B40B-BF0D-457508DC65F2}"/>
              </a:ext>
            </a:extLst>
          </p:cNvPr>
          <p:cNvSpPr/>
          <p:nvPr/>
        </p:nvSpPr>
        <p:spPr>
          <a:xfrm>
            <a:off x="609600" y="4673600"/>
            <a:ext cx="1633220" cy="431800"/>
          </a:xfrm>
          <a:prstGeom prst="roundRect">
            <a:avLst>
              <a:gd name="adj" fmla="val 50000"/>
            </a:avLst>
          </a:prstGeom>
          <a:solidFill>
            <a:srgbClr val="E3EDF8"/>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rIns="50800" rtlCol="0" anchor="ctr"/>
          <a:lstStyle/>
          <a:p>
            <a:pPr algn="ctr"/>
            <a:r>
              <a:rPr lang="en-US" sz="1500" b="1">
                <a:solidFill>
                  <a:srgbClr val="1B365D"/>
                </a:solidFill>
                <a:latin typeface="Calibri" panose="020F0502020204030204" pitchFamily="34" charset="0"/>
              </a:rPr>
              <a:t>Ceiling lifts</a:t>
            </a:r>
          </a:p>
        </p:txBody>
      </p:sp>
      <p:sp>
        <p:nvSpPr>
          <p:cNvPr id="11" name="Rectangle: Rounded Corners 10">
            <a:extLst>
              <a:ext uri="{FF2B5EF4-FFF2-40B4-BE49-F238E27FC236}">
                <a16:creationId xmlns:a16="http://schemas.microsoft.com/office/drawing/2014/main" id="{6AC28885-A78E-ECF3-15C0-8074CA86A4B9}"/>
              </a:ext>
            </a:extLst>
          </p:cNvPr>
          <p:cNvSpPr/>
          <p:nvPr/>
        </p:nvSpPr>
        <p:spPr>
          <a:xfrm>
            <a:off x="2369820" y="4673600"/>
            <a:ext cx="1320800" cy="431800"/>
          </a:xfrm>
          <a:prstGeom prst="roundRect">
            <a:avLst>
              <a:gd name="adj" fmla="val 50000"/>
            </a:avLst>
          </a:prstGeom>
          <a:solidFill>
            <a:srgbClr val="E3EDF8"/>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rIns="50800" rtlCol="0" anchor="ctr"/>
          <a:lstStyle/>
          <a:p>
            <a:pPr algn="ctr"/>
            <a:r>
              <a:rPr lang="en-US" sz="1500" b="1">
                <a:solidFill>
                  <a:srgbClr val="1B365D"/>
                </a:solidFill>
                <a:latin typeface="Calibri" panose="020F0502020204030204" pitchFamily="34" charset="0"/>
              </a:rPr>
              <a:t>Sara lifts</a:t>
            </a:r>
          </a:p>
        </p:txBody>
      </p:sp>
      <p:sp>
        <p:nvSpPr>
          <p:cNvPr id="12" name="Rectangle: Rounded Corners 11">
            <a:extLst>
              <a:ext uri="{FF2B5EF4-FFF2-40B4-BE49-F238E27FC236}">
                <a16:creationId xmlns:a16="http://schemas.microsoft.com/office/drawing/2014/main" id="{FEE4BAE9-6052-2EBB-9917-094151771C4D}"/>
              </a:ext>
            </a:extLst>
          </p:cNvPr>
          <p:cNvSpPr/>
          <p:nvPr/>
        </p:nvSpPr>
        <p:spPr>
          <a:xfrm>
            <a:off x="3817620" y="4673600"/>
            <a:ext cx="1320800" cy="431800"/>
          </a:xfrm>
          <a:prstGeom prst="roundRect">
            <a:avLst>
              <a:gd name="adj" fmla="val 50000"/>
            </a:avLst>
          </a:prstGeom>
          <a:solidFill>
            <a:srgbClr val="E3EDF8"/>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rIns="50800" rtlCol="0" anchor="ctr"/>
          <a:lstStyle/>
          <a:p>
            <a:pPr algn="ctr"/>
            <a:r>
              <a:rPr lang="en-US" sz="1500" b="1">
                <a:solidFill>
                  <a:srgbClr val="1B365D"/>
                </a:solidFill>
                <a:latin typeface="Calibri" panose="020F0502020204030204" pitchFamily="34" charset="0"/>
              </a:rPr>
              <a:t>Maxi lifts</a:t>
            </a:r>
          </a:p>
        </p:txBody>
      </p:sp>
      <p:sp>
        <p:nvSpPr>
          <p:cNvPr id="13" name="Rectangle: Rounded Corners 12">
            <a:extLst>
              <a:ext uri="{FF2B5EF4-FFF2-40B4-BE49-F238E27FC236}">
                <a16:creationId xmlns:a16="http://schemas.microsoft.com/office/drawing/2014/main" id="{58641643-93D7-E14D-E662-851C993F917A}"/>
              </a:ext>
            </a:extLst>
          </p:cNvPr>
          <p:cNvSpPr/>
          <p:nvPr/>
        </p:nvSpPr>
        <p:spPr>
          <a:xfrm>
            <a:off x="609600" y="5232400"/>
            <a:ext cx="1216660" cy="431800"/>
          </a:xfrm>
          <a:prstGeom prst="roundRect">
            <a:avLst>
              <a:gd name="adj" fmla="val 50000"/>
            </a:avLst>
          </a:prstGeom>
          <a:solidFill>
            <a:srgbClr val="E3EDF8"/>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rIns="50800" rtlCol="0" anchor="ctr"/>
          <a:lstStyle/>
          <a:p>
            <a:pPr algn="ctr"/>
            <a:r>
              <a:rPr lang="en-US" sz="1500" b="1">
                <a:solidFill>
                  <a:srgbClr val="1B365D"/>
                </a:solidFill>
                <a:latin typeface="Calibri" panose="020F0502020204030204" pitchFamily="34" charset="0"/>
              </a:rPr>
              <a:t>HoverJack</a:t>
            </a:r>
          </a:p>
        </p:txBody>
      </p:sp>
      <p:sp>
        <p:nvSpPr>
          <p:cNvPr id="14" name="Rectangle: Rounded Corners 13">
            <a:extLst>
              <a:ext uri="{FF2B5EF4-FFF2-40B4-BE49-F238E27FC236}">
                <a16:creationId xmlns:a16="http://schemas.microsoft.com/office/drawing/2014/main" id="{F5B60DE4-4B25-EA84-51F7-7D91B7A4C4F6}"/>
              </a:ext>
            </a:extLst>
          </p:cNvPr>
          <p:cNvSpPr/>
          <p:nvPr/>
        </p:nvSpPr>
        <p:spPr>
          <a:xfrm>
            <a:off x="1953260" y="5232400"/>
            <a:ext cx="1216660" cy="431800"/>
          </a:xfrm>
          <a:prstGeom prst="roundRect">
            <a:avLst>
              <a:gd name="adj" fmla="val 50000"/>
            </a:avLst>
          </a:prstGeom>
          <a:solidFill>
            <a:srgbClr val="E3EDF8"/>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rIns="50800" rtlCol="0" anchor="ctr"/>
          <a:lstStyle/>
          <a:p>
            <a:pPr algn="ctr"/>
            <a:r>
              <a:rPr lang="en-US" sz="1500" b="1">
                <a:solidFill>
                  <a:srgbClr val="1B365D"/>
                </a:solidFill>
                <a:latin typeface="Calibri" panose="020F0502020204030204" pitchFamily="34" charset="0"/>
              </a:rPr>
              <a:t>HoverMatt</a:t>
            </a:r>
          </a:p>
        </p:txBody>
      </p:sp>
      <p:sp>
        <p:nvSpPr>
          <p:cNvPr id="15" name="Rectangle: Rounded Corners 14">
            <a:extLst>
              <a:ext uri="{FF2B5EF4-FFF2-40B4-BE49-F238E27FC236}">
                <a16:creationId xmlns:a16="http://schemas.microsoft.com/office/drawing/2014/main" id="{615830AF-F7D0-5167-1F02-541121C81854}"/>
              </a:ext>
            </a:extLst>
          </p:cNvPr>
          <p:cNvSpPr/>
          <p:nvPr/>
        </p:nvSpPr>
        <p:spPr>
          <a:xfrm>
            <a:off x="3296920" y="5232400"/>
            <a:ext cx="1424940" cy="431800"/>
          </a:xfrm>
          <a:prstGeom prst="roundRect">
            <a:avLst>
              <a:gd name="adj" fmla="val 50000"/>
            </a:avLst>
          </a:prstGeom>
          <a:solidFill>
            <a:srgbClr val="E3EDF8"/>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rIns="50800" rtlCol="0" anchor="ctr"/>
          <a:lstStyle/>
          <a:p>
            <a:pPr algn="ctr"/>
            <a:r>
              <a:rPr lang="en-US" sz="1500" b="1">
                <a:solidFill>
                  <a:srgbClr val="1B365D"/>
                </a:solidFill>
                <a:latin typeface="Calibri" panose="020F0502020204030204" pitchFamily="34" charset="0"/>
              </a:rPr>
              <a:t>Roll boards</a:t>
            </a:r>
          </a:p>
        </p:txBody>
      </p:sp>
      <p:sp>
        <p:nvSpPr>
          <p:cNvPr id="16" name="Rectangle: Rounded Corners 15">
            <a:extLst>
              <a:ext uri="{FF2B5EF4-FFF2-40B4-BE49-F238E27FC236}">
                <a16:creationId xmlns:a16="http://schemas.microsoft.com/office/drawing/2014/main" id="{45005E59-9928-25A7-A320-17DFD7A947F2}"/>
              </a:ext>
            </a:extLst>
          </p:cNvPr>
          <p:cNvSpPr/>
          <p:nvPr/>
        </p:nvSpPr>
        <p:spPr>
          <a:xfrm>
            <a:off x="609600" y="5791200"/>
            <a:ext cx="1320800" cy="431800"/>
          </a:xfrm>
          <a:prstGeom prst="roundRect">
            <a:avLst>
              <a:gd name="adj" fmla="val 50000"/>
            </a:avLst>
          </a:prstGeom>
          <a:solidFill>
            <a:srgbClr val="E3EDF8"/>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rIns="50800" rtlCol="0" anchor="ctr"/>
          <a:lstStyle/>
          <a:p>
            <a:pPr algn="ctr"/>
            <a:r>
              <a:rPr lang="en-US" sz="1500" b="1">
                <a:solidFill>
                  <a:srgbClr val="1B365D"/>
                </a:solidFill>
                <a:latin typeface="Calibri" panose="020F0502020204030204" pitchFamily="34" charset="0"/>
              </a:rPr>
              <a:t>Stand aids</a:t>
            </a:r>
          </a:p>
        </p:txBody>
      </p:sp>
      <p:sp>
        <p:nvSpPr>
          <p:cNvPr id="17" name="Illustration">
            <a:extLst>
              <a:ext uri="{FF2B5EF4-FFF2-40B4-BE49-F238E27FC236}">
                <a16:creationId xmlns:a16="http://schemas.microsoft.com/office/drawing/2014/main" id="{8CCFCAD1-BD79-2806-4E64-0CD6C93DE3B1}"/>
              </a:ext>
            </a:extLst>
          </p:cNvPr>
          <p:cNvSpPr/>
          <p:nvPr/>
        </p:nvSpPr>
        <p:spPr>
          <a:xfrm>
            <a:off x="6273800" y="762000"/>
            <a:ext cx="5110480" cy="5257800"/>
          </a:xfrm>
          <a:prstGeom prst="roundRect">
            <a:avLst>
              <a:gd name="adj" fmla="val 5000"/>
            </a:avLst>
          </a:prstGeom>
          <a:blipFill>
            <a:blip r:embed="rId3">
              <a:extLst>
                <a:ext uri="{28A0092B-C50C-407E-A947-70E740481C1C}">
                  <a14:useLocalDpi xmlns:a14="http://schemas.microsoft.com/office/drawing/2010/main" val="0"/>
                </a:ext>
              </a:extLst>
            </a:blip>
            <a:stretch>
              <a:fillRect/>
            </a:stretch>
          </a:blip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0960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Content Placeholder 3"/>
          <p:cNvPicPr>
            <a:picLocks noGrp="1"/>
          </p:cNvPicPr>
          <p:nvPr>
            <p:ph idx="4294967295"/>
          </p:nvPr>
        </p:nvPicPr>
        <p:blipFill rotWithShape="1">
          <a:blip r:embed="rId3"/>
          <a:srcRect b="45529"/>
          <a:stretch/>
        </p:blipFill>
        <p:spPr>
          <a:xfrm>
            <a:off x="3604802" y="932987"/>
            <a:ext cx="5269706" cy="2152650"/>
          </a:xfrm>
          <a:prstGeom prst="rect">
            <a:avLst/>
          </a:prstGeom>
        </p:spPr>
      </p:pic>
      <p:pic>
        <p:nvPicPr>
          <p:cNvPr id="7" name="Picture 6">
            <a:extLst>
              <a:ext uri="{FF2B5EF4-FFF2-40B4-BE49-F238E27FC236}">
                <a16:creationId xmlns:a16="http://schemas.microsoft.com/office/drawing/2014/main" id="{4AE42098-CF61-447D-9236-4D6F7EFD3523}"/>
              </a:ext>
            </a:extLst>
          </p:cNvPr>
          <p:cNvPicPr>
            <a:picLocks/>
          </p:cNvPicPr>
          <p:nvPr/>
        </p:nvPicPr>
        <p:blipFill>
          <a:blip r:embed="rId4"/>
          <a:stretch>
            <a:fillRect/>
          </a:stretch>
        </p:blipFill>
        <p:spPr>
          <a:xfrm>
            <a:off x="5762453" y="3391186"/>
            <a:ext cx="1183562" cy="1183562"/>
          </a:xfrm>
          <a:prstGeom prst="rect">
            <a:avLst/>
          </a:prstGeom>
        </p:spPr>
      </p:pic>
      <p:pic>
        <p:nvPicPr>
          <p:cNvPr id="9" name="Picture 8">
            <a:extLst>
              <a:ext uri="{FF2B5EF4-FFF2-40B4-BE49-F238E27FC236}">
                <a16:creationId xmlns:a16="http://schemas.microsoft.com/office/drawing/2014/main" id="{B9E85EA0-3B07-4475-B0F3-1B3EE90CF80C}"/>
              </a:ext>
            </a:extLst>
          </p:cNvPr>
          <p:cNvPicPr>
            <a:picLocks/>
          </p:cNvPicPr>
          <p:nvPr/>
        </p:nvPicPr>
        <p:blipFill>
          <a:blip r:embed="rId5"/>
          <a:stretch>
            <a:fillRect/>
          </a:stretch>
        </p:blipFill>
        <p:spPr>
          <a:xfrm>
            <a:off x="8675040" y="4366521"/>
            <a:ext cx="1628775" cy="1578769"/>
          </a:xfrm>
          <a:prstGeom prst="rect">
            <a:avLst/>
          </a:prstGeom>
        </p:spPr>
      </p:pic>
      <p:pic>
        <p:nvPicPr>
          <p:cNvPr id="11" name="Picture 10">
            <a:extLst>
              <a:ext uri="{FF2B5EF4-FFF2-40B4-BE49-F238E27FC236}">
                <a16:creationId xmlns:a16="http://schemas.microsoft.com/office/drawing/2014/main" id="{EF37999B-1724-4EBE-A615-102483AC9F18}"/>
              </a:ext>
            </a:extLst>
          </p:cNvPr>
          <p:cNvPicPr>
            <a:picLocks/>
          </p:cNvPicPr>
          <p:nvPr/>
        </p:nvPicPr>
        <p:blipFill>
          <a:blip r:embed="rId6"/>
          <a:stretch>
            <a:fillRect/>
          </a:stretch>
        </p:blipFill>
        <p:spPr>
          <a:xfrm>
            <a:off x="5880445" y="4393407"/>
            <a:ext cx="1607344" cy="1607344"/>
          </a:xfrm>
          <a:prstGeom prst="rect">
            <a:avLst/>
          </a:prstGeom>
        </p:spPr>
      </p:pic>
      <p:pic>
        <p:nvPicPr>
          <p:cNvPr id="13" name="Picture 12">
            <a:extLst>
              <a:ext uri="{FF2B5EF4-FFF2-40B4-BE49-F238E27FC236}">
                <a16:creationId xmlns:a16="http://schemas.microsoft.com/office/drawing/2014/main" id="{FE8EAD00-0C09-4AF7-85B9-A323498658DE}"/>
              </a:ext>
            </a:extLst>
          </p:cNvPr>
          <p:cNvPicPr>
            <a:picLocks/>
          </p:cNvPicPr>
          <p:nvPr/>
        </p:nvPicPr>
        <p:blipFill>
          <a:blip r:embed="rId7"/>
          <a:stretch>
            <a:fillRect/>
          </a:stretch>
        </p:blipFill>
        <p:spPr>
          <a:xfrm>
            <a:off x="3813624" y="4434386"/>
            <a:ext cx="1785938" cy="1443038"/>
          </a:xfrm>
          <a:prstGeom prst="rect">
            <a:avLst/>
          </a:prstGeom>
        </p:spPr>
      </p:pic>
      <p:pic>
        <p:nvPicPr>
          <p:cNvPr id="15" name="Picture 14">
            <a:extLst>
              <a:ext uri="{FF2B5EF4-FFF2-40B4-BE49-F238E27FC236}">
                <a16:creationId xmlns:a16="http://schemas.microsoft.com/office/drawing/2014/main" id="{6FFB2A90-1D97-4B29-A8D5-003820A59C02}"/>
              </a:ext>
            </a:extLst>
          </p:cNvPr>
          <p:cNvPicPr>
            <a:picLocks/>
          </p:cNvPicPr>
          <p:nvPr/>
        </p:nvPicPr>
        <p:blipFill>
          <a:blip r:embed="rId8"/>
          <a:stretch>
            <a:fillRect/>
          </a:stretch>
        </p:blipFill>
        <p:spPr>
          <a:xfrm>
            <a:off x="1632503" y="4460256"/>
            <a:ext cx="1900238" cy="1357313"/>
          </a:xfrm>
          <a:prstGeom prst="rect">
            <a:avLst/>
          </a:prstGeom>
        </p:spPr>
      </p:pic>
      <p:pic>
        <p:nvPicPr>
          <p:cNvPr id="17" name="Picture 16">
            <a:extLst>
              <a:ext uri="{FF2B5EF4-FFF2-40B4-BE49-F238E27FC236}">
                <a16:creationId xmlns:a16="http://schemas.microsoft.com/office/drawing/2014/main" id="{ABBBD9C8-A984-49ED-AE68-06615A70F41B}"/>
              </a:ext>
            </a:extLst>
          </p:cNvPr>
          <p:cNvPicPr>
            <a:picLocks/>
          </p:cNvPicPr>
          <p:nvPr/>
        </p:nvPicPr>
        <p:blipFill>
          <a:blip r:embed="rId9"/>
          <a:stretch>
            <a:fillRect/>
          </a:stretch>
        </p:blipFill>
        <p:spPr>
          <a:xfrm>
            <a:off x="2021317" y="2459033"/>
            <a:ext cx="2143125" cy="1200150"/>
          </a:xfrm>
          <a:prstGeom prst="rect">
            <a:avLst/>
          </a:prstGeom>
        </p:spPr>
      </p:pic>
      <p:pic>
        <p:nvPicPr>
          <p:cNvPr id="19" name="Picture 18">
            <a:extLst>
              <a:ext uri="{FF2B5EF4-FFF2-40B4-BE49-F238E27FC236}">
                <a16:creationId xmlns:a16="http://schemas.microsoft.com/office/drawing/2014/main" id="{EF417F06-7704-4E89-B43C-60E68584F411}"/>
              </a:ext>
            </a:extLst>
          </p:cNvPr>
          <p:cNvPicPr>
            <a:picLocks/>
          </p:cNvPicPr>
          <p:nvPr/>
        </p:nvPicPr>
        <p:blipFill>
          <a:blip r:embed="rId10"/>
          <a:stretch>
            <a:fillRect/>
          </a:stretch>
        </p:blipFill>
        <p:spPr>
          <a:xfrm>
            <a:off x="7020443" y="4617419"/>
            <a:ext cx="2143125" cy="1200150"/>
          </a:xfrm>
          <a:prstGeom prst="rect">
            <a:avLst/>
          </a:prstGeom>
        </p:spPr>
      </p:pic>
      <p:pic>
        <p:nvPicPr>
          <p:cNvPr id="21" name="Picture 20">
            <a:extLst>
              <a:ext uri="{FF2B5EF4-FFF2-40B4-BE49-F238E27FC236}">
                <a16:creationId xmlns:a16="http://schemas.microsoft.com/office/drawing/2014/main" id="{68860C97-4D69-48C5-8B45-11EA15C9CCE9}"/>
              </a:ext>
            </a:extLst>
          </p:cNvPr>
          <p:cNvPicPr>
            <a:picLocks/>
          </p:cNvPicPr>
          <p:nvPr/>
        </p:nvPicPr>
        <p:blipFill>
          <a:blip r:embed="rId11"/>
          <a:stretch>
            <a:fillRect/>
          </a:stretch>
        </p:blipFill>
        <p:spPr>
          <a:xfrm>
            <a:off x="8417865" y="2652173"/>
            <a:ext cx="2143125" cy="1200150"/>
          </a:xfrm>
          <a:prstGeom prst="rect">
            <a:avLst/>
          </a:prstGeom>
        </p:spPr>
      </p:pic>
      <p:pic>
        <p:nvPicPr>
          <p:cNvPr id="23" name="Picture 22">
            <a:extLst>
              <a:ext uri="{FF2B5EF4-FFF2-40B4-BE49-F238E27FC236}">
                <a16:creationId xmlns:a16="http://schemas.microsoft.com/office/drawing/2014/main" id="{3B5BCDC3-6E96-4A6F-AB84-691A9B2AA344}"/>
              </a:ext>
            </a:extLst>
          </p:cNvPr>
          <p:cNvPicPr>
            <a:picLocks/>
          </p:cNvPicPr>
          <p:nvPr/>
        </p:nvPicPr>
        <p:blipFill rotWithShape="1">
          <a:blip r:embed="rId12"/>
          <a:srcRect l="26582" r="26666"/>
          <a:stretch/>
        </p:blipFill>
        <p:spPr>
          <a:xfrm>
            <a:off x="7666382" y="3062220"/>
            <a:ext cx="751484" cy="1607344"/>
          </a:xfrm>
          <a:prstGeom prst="rect">
            <a:avLst/>
          </a:prstGeom>
        </p:spPr>
      </p:pic>
      <p:pic>
        <p:nvPicPr>
          <p:cNvPr id="25" name="Picture 24">
            <a:extLst>
              <a:ext uri="{FF2B5EF4-FFF2-40B4-BE49-F238E27FC236}">
                <a16:creationId xmlns:a16="http://schemas.microsoft.com/office/drawing/2014/main" id="{604FE83C-B8A9-4D52-AB6D-E8235F4462EE}"/>
              </a:ext>
            </a:extLst>
          </p:cNvPr>
          <p:cNvPicPr>
            <a:picLocks/>
          </p:cNvPicPr>
          <p:nvPr/>
        </p:nvPicPr>
        <p:blipFill rotWithShape="1">
          <a:blip r:embed="rId13"/>
          <a:srcRect l="15217" r="35253" b="13354"/>
          <a:stretch/>
        </p:blipFill>
        <p:spPr>
          <a:xfrm>
            <a:off x="4367530" y="3463026"/>
            <a:ext cx="1061477" cy="1039882"/>
          </a:xfrm>
          <a:prstGeom prst="rect">
            <a:avLst/>
          </a:prstGeom>
        </p:spPr>
      </p:pic>
    </p:spTree>
    <p:extLst>
      <p:ext uri="{BB962C8B-B14F-4D97-AF65-F5344CB8AC3E}">
        <p14:creationId xmlns:p14="http://schemas.microsoft.com/office/powerpoint/2010/main" val="3997766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DF4CC-3E4A-B3B2-359E-86F7BB91F9E0}"/>
              </a:ext>
            </a:extLst>
          </p:cNvPr>
          <p:cNvSpPr>
            <a:spLocks noGrp="1"/>
          </p:cNvSpPr>
          <p:nvPr>
            <p:ph type="title" idx="10"/>
          </p:nvPr>
        </p:nvSpPr>
        <p:spPr/>
        <p:txBody>
          <a:bodyPr/>
          <a:lstStyle/>
          <a:p>
            <a:r>
              <a:rPr lang="en-US"/>
              <a:t>Safe patient handling equipment</a:t>
            </a:r>
          </a:p>
        </p:txBody>
      </p:sp>
      <p:sp>
        <p:nvSpPr>
          <p:cNvPr id="3" name="TextBox 2">
            <a:extLst>
              <a:ext uri="{FF2B5EF4-FFF2-40B4-BE49-F238E27FC236}">
                <a16:creationId xmlns:a16="http://schemas.microsoft.com/office/drawing/2014/main" id="{FD14E593-4FD8-F030-B0DC-B71339872128}"/>
              </a:ext>
            </a:extLst>
          </p:cNvPr>
          <p:cNvSpPr txBox="1"/>
          <p:nvPr/>
        </p:nvSpPr>
        <p:spPr>
          <a:xfrm>
            <a:off x="609600" y="4318000"/>
            <a:ext cx="5334000" cy="762000"/>
          </a:xfrm>
          <a:prstGeom prst="rect">
            <a:avLst/>
          </a:prstGeom>
          <a:noFill/>
        </p:spPr>
        <p:txBody>
          <a:bodyPr vert="horz" wrap="square" lIns="0" tIns="0" rIns="0" bIns="0" rtlCol="0" anchor="t">
            <a:noAutofit/>
          </a:bodyPr>
          <a:lstStyle/>
          <a:p>
            <a:r>
              <a:rPr lang="en-US">
                <a:solidFill>
                  <a:srgbClr val="C9DBEF"/>
                </a:solidFill>
                <a:latin typeface="Calibri" panose="020F0502020204030204" pitchFamily="34" charset="0"/>
              </a:rPr>
              <a:t>The lifts and transfer devices you'll use here, with a short video for each.</a:t>
            </a:r>
          </a:p>
        </p:txBody>
      </p:sp>
      <p:sp>
        <p:nvSpPr>
          <p:cNvPr id="4" name="Illustration" descr="Illustration: an SPHM equipment room with floor lifts, a sit-to-stand lift, slings and an air-assisted transfer mattress.">
            <a:extLst>
              <a:ext uri="{FF2B5EF4-FFF2-40B4-BE49-F238E27FC236}">
                <a16:creationId xmlns:a16="http://schemas.microsoft.com/office/drawing/2014/main" id="{A65AC7F5-8506-07D2-DFF1-46B37AF432C4}"/>
              </a:ext>
            </a:extLst>
          </p:cNvPr>
          <p:cNvSpPr/>
          <p:nvPr/>
        </p:nvSpPr>
        <p:spPr>
          <a:xfrm>
            <a:off x="6502400" y="457200"/>
            <a:ext cx="5080000" cy="5943600"/>
          </a:xfrm>
          <a:prstGeom prst="roundRect">
            <a:avLst>
              <a:gd name="adj" fmla="val 5000"/>
            </a:avLst>
          </a:prstGeom>
          <a:blipFill>
            <a:blip r:embed="rId3"/>
            <a:stretch>
              <a:fillRect/>
            </a:stretch>
          </a:blip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658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0CD8-D7CA-6543-DE14-F74B00E52569}"/>
              </a:ext>
            </a:extLst>
          </p:cNvPr>
          <p:cNvSpPr>
            <a:spLocks noGrp="1"/>
          </p:cNvSpPr>
          <p:nvPr>
            <p:ph type="title" idx="10"/>
          </p:nvPr>
        </p:nvSpPr>
        <p:spPr/>
        <p:txBody>
          <a:bodyPr/>
          <a:lstStyle/>
          <a:p>
            <a:r>
              <a:rPr lang="en-US"/>
              <a:t>ARJO Sara 3000</a:t>
            </a:r>
          </a:p>
        </p:txBody>
      </p:sp>
      <p:sp>
        <p:nvSpPr>
          <p:cNvPr id="3" name="TextBox 2">
            <a:extLst>
              <a:ext uri="{FF2B5EF4-FFF2-40B4-BE49-F238E27FC236}">
                <a16:creationId xmlns:a16="http://schemas.microsoft.com/office/drawing/2014/main" id="{8A7C5500-2024-4D8A-7D88-2B8AEF2F16B3}"/>
              </a:ext>
            </a:extLst>
          </p:cNvPr>
          <p:cNvSpPr txBox="1"/>
          <p:nvPr/>
        </p:nvSpPr>
        <p:spPr>
          <a:xfrm>
            <a:off x="609600" y="1727200"/>
            <a:ext cx="5461000" cy="1524000"/>
          </a:xfrm>
          <a:prstGeom prst="rect">
            <a:avLst/>
          </a:prstGeom>
          <a:noFill/>
        </p:spPr>
        <p:txBody>
          <a:bodyPr vert="horz" wrap="square" lIns="0" tIns="0" rIns="0" bIns="0" rtlCol="0" anchor="t">
            <a:noAutofit/>
          </a:bodyPr>
          <a:lstStyle/>
          <a:p>
            <a:pPr>
              <a:spcAft>
                <a:spcPts val="600"/>
              </a:spcAft>
            </a:pPr>
            <a:r>
              <a:rPr lang="en-US" sz="2000" b="1">
                <a:solidFill>
                  <a:srgbClr val="2F6DB5"/>
                </a:solidFill>
                <a:latin typeface="Calibri" panose="020F0502020204030204" pitchFamily="34" charset="0"/>
              </a:rPr>
              <a:t>Powered stand-assist lift</a:t>
            </a:r>
          </a:p>
          <a:p>
            <a:pPr>
              <a:spcAft>
                <a:spcPts val="600"/>
              </a:spcAft>
            </a:pPr>
            <a:r>
              <a:rPr lang="en-US" sz="1700">
                <a:solidFill>
                  <a:srgbClr val="26313D"/>
                </a:solidFill>
                <a:latin typeface="Calibri" panose="020F0502020204030204" pitchFamily="34" charset="0"/>
              </a:rPr>
              <a:t>For patients who can bear some weight and need help to stand: sit-to-stand transfers, toileting and short repositioning moves.</a:t>
            </a:r>
          </a:p>
        </p:txBody>
      </p:sp>
      <p:sp>
        <p:nvSpPr>
          <p:cNvPr id="4" name="TextBox 3">
            <a:extLst>
              <a:ext uri="{FF2B5EF4-FFF2-40B4-BE49-F238E27FC236}">
                <a16:creationId xmlns:a16="http://schemas.microsoft.com/office/drawing/2014/main" id="{966E20DF-87B9-DFE8-BB32-9A8F934BF899}"/>
              </a:ext>
            </a:extLst>
          </p:cNvPr>
          <p:cNvSpPr txBox="1"/>
          <p:nvPr/>
        </p:nvSpPr>
        <p:spPr>
          <a:xfrm>
            <a:off x="609600" y="3556000"/>
            <a:ext cx="5461000" cy="635000"/>
          </a:xfrm>
          <a:prstGeom prst="rect">
            <a:avLst/>
          </a:prstGeom>
          <a:noFill/>
        </p:spPr>
        <p:txBody>
          <a:bodyPr vert="horz" wrap="square" lIns="0" tIns="0" rIns="0" bIns="0" rtlCol="0" anchor="t">
            <a:noAutofit/>
          </a:bodyPr>
          <a:lstStyle/>
          <a:p>
            <a:r>
              <a:rPr lang="en-US" sz="1600" b="1">
                <a:solidFill>
                  <a:srgbClr val="1B365D"/>
                </a:solidFill>
                <a:latin typeface="Calibri" panose="020F0502020204030204" pitchFamily="34" charset="0"/>
              </a:rPr>
              <a:t>Use it for: extensive or limited assistance (see the dependency chart).</a:t>
            </a:r>
          </a:p>
        </p:txBody>
      </p:sp>
      <p:sp>
        <p:nvSpPr>
          <p:cNvPr id="5" name="Video link">
            <a:hlinkClick r:id="rId3"/>
            <a:extLst>
              <a:ext uri="{FF2B5EF4-FFF2-40B4-BE49-F238E27FC236}">
                <a16:creationId xmlns:a16="http://schemas.microsoft.com/office/drawing/2014/main" id="{E42ED7DD-F21C-0CCE-8C0F-0E8906D92FF2}"/>
              </a:ext>
            </a:extLst>
          </p:cNvPr>
          <p:cNvSpPr/>
          <p:nvPr/>
        </p:nvSpPr>
        <p:spPr>
          <a:xfrm>
            <a:off x="609600" y="4470400"/>
            <a:ext cx="3810000" cy="508000"/>
          </a:xfrm>
          <a:prstGeom prst="roundRect">
            <a:avLst>
              <a:gd name="adj" fmla="val 50000"/>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177800" rIns="177800" rtlCol="0" anchor="ctr"/>
          <a:lstStyle/>
          <a:p>
            <a:pPr algn="ctr"/>
            <a:r>
              <a:rPr lang="en-US" sz="1500" b="1">
                <a:solidFill>
                  <a:srgbClr val="FFFFFF"/>
                </a:solidFill>
                <a:latin typeface="Calibri" panose="020F0502020204030204" pitchFamily="34" charset="0"/>
              </a:rPr>
              <a:t>▶  Watch: Sara 3000 (3:35)</a:t>
            </a:r>
          </a:p>
        </p:txBody>
      </p:sp>
      <p:sp>
        <p:nvSpPr>
          <p:cNvPr id="6" name="Illustration">
            <a:extLst>
              <a:ext uri="{FF2B5EF4-FFF2-40B4-BE49-F238E27FC236}">
                <a16:creationId xmlns:a16="http://schemas.microsoft.com/office/drawing/2014/main" id="{179BAB26-7563-AB1A-9EDE-23801BE6145F}"/>
              </a:ext>
            </a:extLst>
          </p:cNvPr>
          <p:cNvSpPr/>
          <p:nvPr/>
        </p:nvSpPr>
        <p:spPr>
          <a:xfrm>
            <a:off x="6502400" y="457200"/>
            <a:ext cx="5080000" cy="5943600"/>
          </a:xfrm>
          <a:prstGeom prst="roundRect">
            <a:avLst>
              <a:gd name="adj" fmla="val 5000"/>
            </a:avLst>
          </a:prstGeom>
          <a:blipFill>
            <a:blip r:embed="rId4">
              <a:extLst>
                <a:ext uri="{28A0092B-C50C-407E-A947-70E740481C1C}">
                  <a14:useLocalDpi xmlns:a14="http://schemas.microsoft.com/office/drawing/2010/main" val="0"/>
                </a:ext>
              </a:extLst>
            </a:blip>
            <a:stretch>
              <a:fillRect/>
            </a:stretch>
          </a:blip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363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Sara 3000 from MedMartOnline.com">
            <a:hlinkClick r:id="" action="ppaction://media"/>
            <a:extLst>
              <a:ext uri="{FF2B5EF4-FFF2-40B4-BE49-F238E27FC236}">
                <a16:creationId xmlns:a16="http://schemas.microsoft.com/office/drawing/2014/main" id="{81C2E9AA-68FA-9F46-DC33-96F2C3833ED0}"/>
              </a:ext>
            </a:extLst>
          </p:cNvPr>
          <p:cNvPicPr>
            <a:picLocks noRot="1" noChangeAspect="1"/>
          </p:cNvPicPr>
          <p:nvPr>
            <a:videoFile r:link="rId1"/>
          </p:nvPr>
        </p:nvPicPr>
        <p:blipFill>
          <a:blip r:embed="rId4"/>
          <a:stretch>
            <a:fillRect/>
          </a:stretch>
        </p:blipFill>
        <p:spPr>
          <a:xfrm>
            <a:off x="2049983" y="1320800"/>
            <a:ext cx="8092035" cy="4572000"/>
          </a:xfrm>
          <a:prstGeom prst="rect">
            <a:avLst/>
          </a:prstGeom>
        </p:spPr>
      </p:pic>
      <p:sp>
        <p:nvSpPr>
          <p:cNvPr id="3" name="Title">
            <a:extLst>
              <a:ext uri="{FF2B5EF4-FFF2-40B4-BE49-F238E27FC236}">
                <a16:creationId xmlns:a16="http://schemas.microsoft.com/office/drawing/2014/main" id="{90AD0664-6B09-BA50-3E58-E1AEA69FB43C}"/>
              </a:ext>
            </a:extLst>
          </p:cNvPr>
          <p:cNvSpPr txBox="1"/>
          <p:nvPr/>
        </p:nvSpPr>
        <p:spPr>
          <a:xfrm>
            <a:off x="609600" y="406400"/>
            <a:ext cx="10972800" cy="660400"/>
          </a:xfrm>
          <a:prstGeom prst="rect">
            <a:avLst/>
          </a:prstGeom>
          <a:noFill/>
        </p:spPr>
        <p:txBody>
          <a:bodyPr vert="horz" wrap="square" lIns="0" tIns="0" rIns="0" bIns="0" rtlCol="0" anchor="t">
            <a:noAutofit/>
          </a:bodyPr>
          <a:lstStyle/>
          <a:p>
            <a:r>
              <a:rPr lang="en-US" sz="3000" b="1">
                <a:solidFill>
                  <a:srgbClr val="1B365D"/>
                </a:solidFill>
                <a:latin typeface="Calibri" panose="020F0502020204030204" pitchFamily="34" charset="0"/>
              </a:rPr>
              <a:t>Video: ARJO Sara 3000 stand-assist lift</a:t>
            </a:r>
          </a:p>
        </p:txBody>
      </p:sp>
      <p:sp>
        <p:nvSpPr>
          <p:cNvPr id="4" name="TextBox 3">
            <a:extLst>
              <a:ext uri="{FF2B5EF4-FFF2-40B4-BE49-F238E27FC236}">
                <a16:creationId xmlns:a16="http://schemas.microsoft.com/office/drawing/2014/main" id="{3B897718-9EAB-69E8-CF4A-54D7E54614B6}"/>
              </a:ext>
            </a:extLst>
          </p:cNvPr>
          <p:cNvSpPr txBox="1"/>
          <p:nvPr/>
        </p:nvSpPr>
        <p:spPr>
          <a:xfrm>
            <a:off x="609600" y="6045200"/>
            <a:ext cx="10972800" cy="254000"/>
          </a:xfrm>
          <a:prstGeom prst="rect">
            <a:avLst/>
          </a:prstGeom>
          <a:noFill/>
        </p:spPr>
        <p:txBody>
          <a:bodyPr vert="horz" wrap="square" lIns="0" tIns="0" rIns="0" bIns="0" rtlCol="0" anchor="t">
            <a:noAutofit/>
          </a:bodyPr>
          <a:lstStyle/>
          <a:p>
            <a:pPr algn="ctr"/>
            <a:r>
              <a:rPr lang="en-US" sz="1200">
                <a:solidFill>
                  <a:srgbClr val="5A6B7D"/>
                </a:solidFill>
                <a:latin typeface="Calibri" panose="020F0502020204030204" pitchFamily="34" charset="0"/>
                <a:hlinkClick r:id="rId5"/>
              </a:rPr>
              <a:t>If the video doesn't play: https://youtu.be/lTtYo0gv-0c</a:t>
            </a:r>
            <a:endParaRPr lang="en-US" sz="1200">
              <a:solidFill>
                <a:srgbClr val="5A6B7D"/>
              </a:solidFill>
              <a:latin typeface="Calibri" panose="020F0502020204030204" pitchFamily="34" charset="0"/>
            </a:endParaRPr>
          </a:p>
        </p:txBody>
      </p:sp>
    </p:spTree>
    <p:extLst>
      <p:ext uri="{BB962C8B-B14F-4D97-AF65-F5344CB8AC3E}">
        <p14:creationId xmlns:p14="http://schemas.microsoft.com/office/powerpoint/2010/main" val="154516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75989-FD98-F2F3-A5F0-42B6C2851E66}"/>
              </a:ext>
            </a:extLst>
          </p:cNvPr>
          <p:cNvSpPr>
            <a:spLocks noGrp="1"/>
          </p:cNvSpPr>
          <p:nvPr>
            <p:ph type="title" idx="10"/>
          </p:nvPr>
        </p:nvSpPr>
        <p:spPr/>
        <p:txBody>
          <a:bodyPr/>
          <a:lstStyle/>
          <a:p>
            <a:r>
              <a:rPr lang="en-US" dirty="0"/>
              <a:t>ARJO Maxi Sky 600 ceiling lift</a:t>
            </a:r>
          </a:p>
        </p:txBody>
      </p:sp>
      <p:sp>
        <p:nvSpPr>
          <p:cNvPr id="3" name="TextBox 2">
            <a:extLst>
              <a:ext uri="{FF2B5EF4-FFF2-40B4-BE49-F238E27FC236}">
                <a16:creationId xmlns:a16="http://schemas.microsoft.com/office/drawing/2014/main" id="{3937E756-A52D-7586-FB99-9A3BADE6AE02}"/>
              </a:ext>
            </a:extLst>
          </p:cNvPr>
          <p:cNvSpPr txBox="1"/>
          <p:nvPr/>
        </p:nvSpPr>
        <p:spPr>
          <a:xfrm>
            <a:off x="609600" y="1727200"/>
            <a:ext cx="5461000" cy="1016000"/>
          </a:xfrm>
          <a:prstGeom prst="rect">
            <a:avLst/>
          </a:prstGeom>
          <a:noFill/>
        </p:spPr>
        <p:txBody>
          <a:bodyPr vert="horz" wrap="square" lIns="0" tIns="0" rIns="0" bIns="0" rtlCol="0" anchor="t">
            <a:noAutofit/>
          </a:bodyPr>
          <a:lstStyle/>
          <a:p>
            <a:pPr>
              <a:spcAft>
                <a:spcPts val="600"/>
              </a:spcAft>
            </a:pPr>
            <a:r>
              <a:rPr lang="en-US" sz="2000" b="1">
                <a:solidFill>
                  <a:srgbClr val="2F6DB5"/>
                </a:solidFill>
                <a:latin typeface="Calibri" panose="020F0502020204030204" pitchFamily="34" charset="0"/>
              </a:rPr>
              <a:t>Ceiling lift installation began in 2008</a:t>
            </a:r>
          </a:p>
          <a:p>
            <a:pPr>
              <a:spcAft>
                <a:spcPts val="600"/>
              </a:spcAft>
            </a:pPr>
            <a:r>
              <a:rPr lang="en-US" sz="1700">
                <a:solidFill>
                  <a:srgbClr val="26313D"/>
                </a:solidFill>
                <a:latin typeface="Calibri" panose="020F0502020204030204" pitchFamily="34" charset="0"/>
              </a:rPr>
              <a:t>Goal: ceiling lift coverage for 100% of inpatient beds.</a:t>
            </a:r>
          </a:p>
        </p:txBody>
      </p:sp>
      <p:sp>
        <p:nvSpPr>
          <p:cNvPr id="4" name="TextBox 3">
            <a:extLst>
              <a:ext uri="{FF2B5EF4-FFF2-40B4-BE49-F238E27FC236}">
                <a16:creationId xmlns:a16="http://schemas.microsoft.com/office/drawing/2014/main" id="{8EA57D57-DD1C-AC39-0F3A-038ACE2B61FF}"/>
              </a:ext>
            </a:extLst>
          </p:cNvPr>
          <p:cNvSpPr txBox="1"/>
          <p:nvPr/>
        </p:nvSpPr>
        <p:spPr>
          <a:xfrm>
            <a:off x="609600" y="2946400"/>
            <a:ext cx="5461000" cy="1270000"/>
          </a:xfrm>
          <a:prstGeom prst="rect">
            <a:avLst/>
          </a:prstGeom>
          <a:noFill/>
        </p:spPr>
        <p:txBody>
          <a:bodyPr vert="horz" wrap="square" lIns="0" tIns="0" rIns="0" bIns="0" rtlCol="0" anchor="t">
            <a:noAutofit/>
          </a:bodyPr>
          <a:lstStyle/>
          <a:p>
            <a:r>
              <a:rPr lang="en-US" sz="1600" dirty="0">
                <a:solidFill>
                  <a:srgbClr val="26313D"/>
                </a:solidFill>
                <a:latin typeface="Calibri" panose="020F0502020204030204" pitchFamily="34" charset="0"/>
              </a:rPr>
              <a:t>We keep expanding the SPHM program through new equipment and training. Your Unit Peer Leader is your expert: find them, and use them to improve SPHM in your work area.</a:t>
            </a:r>
          </a:p>
        </p:txBody>
      </p:sp>
      <p:sp>
        <p:nvSpPr>
          <p:cNvPr id="5" name="Video link">
            <a:hlinkClick r:id="rId3"/>
            <a:extLst>
              <a:ext uri="{FF2B5EF4-FFF2-40B4-BE49-F238E27FC236}">
                <a16:creationId xmlns:a16="http://schemas.microsoft.com/office/drawing/2014/main" id="{B285FDE0-66DD-90B5-A383-69D4D70809A4}"/>
              </a:ext>
            </a:extLst>
          </p:cNvPr>
          <p:cNvSpPr/>
          <p:nvPr/>
        </p:nvSpPr>
        <p:spPr>
          <a:xfrm>
            <a:off x="609600" y="4470400"/>
            <a:ext cx="3810000" cy="508000"/>
          </a:xfrm>
          <a:prstGeom prst="roundRect">
            <a:avLst>
              <a:gd name="adj" fmla="val 50000"/>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177800" rIns="177800" rtlCol="0" anchor="ctr"/>
          <a:lstStyle/>
          <a:p>
            <a:pPr algn="ctr"/>
            <a:r>
              <a:rPr lang="en-US" sz="1500" b="1">
                <a:solidFill>
                  <a:srgbClr val="FFFFFF"/>
                </a:solidFill>
                <a:latin typeface="Calibri" panose="020F0502020204030204" pitchFamily="34" charset="0"/>
              </a:rPr>
              <a:t>▶  Watch: Maxi Sky 600 (3:47)</a:t>
            </a:r>
          </a:p>
        </p:txBody>
      </p:sp>
      <p:sp>
        <p:nvSpPr>
          <p:cNvPr id="6" name="Illustration" descr="Illustration: a VA patient room with a ceiling-lift track and sling over the bed.">
            <a:extLst>
              <a:ext uri="{FF2B5EF4-FFF2-40B4-BE49-F238E27FC236}">
                <a16:creationId xmlns:a16="http://schemas.microsoft.com/office/drawing/2014/main" id="{B186D51A-970E-70AE-2BED-AA09080B847E}"/>
              </a:ext>
            </a:extLst>
          </p:cNvPr>
          <p:cNvSpPr/>
          <p:nvPr/>
        </p:nvSpPr>
        <p:spPr>
          <a:xfrm>
            <a:off x="6502400" y="457200"/>
            <a:ext cx="5080000" cy="5943600"/>
          </a:xfrm>
          <a:prstGeom prst="roundRect">
            <a:avLst>
              <a:gd name="adj" fmla="val 5000"/>
            </a:avLst>
          </a:prstGeom>
          <a:blipFill>
            <a:blip r:embed="rId4"/>
            <a:stretch>
              <a:fillRect/>
            </a:stretch>
          </a:blip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BC06FAB-C451-9EF8-3983-61057940CB45}"/>
              </a:ext>
            </a:extLst>
          </p:cNvPr>
          <p:cNvSpPr txBox="1"/>
          <p:nvPr/>
        </p:nvSpPr>
        <p:spPr>
          <a:xfrm>
            <a:off x="574040" y="5247640"/>
            <a:ext cx="5461000" cy="1270000"/>
          </a:xfrm>
          <a:prstGeom prst="rect">
            <a:avLst/>
          </a:prstGeom>
          <a:noFill/>
        </p:spPr>
        <p:txBody>
          <a:bodyPr vert="horz" wrap="square" lIns="0" tIns="0" rIns="0" bIns="0" rtlCol="0" anchor="t">
            <a:noAutofit/>
          </a:bodyPr>
          <a:lstStyle/>
          <a:p>
            <a:r>
              <a:rPr lang="en-US" sz="1600" dirty="0">
                <a:solidFill>
                  <a:srgbClr val="26313D"/>
                </a:solidFill>
                <a:latin typeface="Calibri" panose="020F0502020204030204" pitchFamily="34" charset="0"/>
              </a:rPr>
              <a:t>VACCHCS will be replacing ~104 overhead ceiling lifts with ARJO Maxi Sky2 600 &amp; 1000 with construction beginning in FY27 Q2; this will include the highly anticipated enhanced charging system (ECS); aka “inline charging.” This means the lift does not have to return to a home charging base: it charges anywhere along the rail.</a:t>
            </a:r>
          </a:p>
        </p:txBody>
      </p:sp>
    </p:spTree>
    <p:extLst>
      <p:ext uri="{BB962C8B-B14F-4D97-AF65-F5344CB8AC3E}">
        <p14:creationId xmlns:p14="http://schemas.microsoft.com/office/powerpoint/2010/main" val="388294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Arjo Maxi Sky 600 Controls and Functions">
            <a:hlinkClick r:id="" action="ppaction://media"/>
            <a:extLst>
              <a:ext uri="{FF2B5EF4-FFF2-40B4-BE49-F238E27FC236}">
                <a16:creationId xmlns:a16="http://schemas.microsoft.com/office/drawing/2014/main" id="{E10A34EC-86E4-1D33-3488-4BABAC57418D}"/>
              </a:ext>
            </a:extLst>
          </p:cNvPr>
          <p:cNvPicPr>
            <a:picLocks noRot="1" noChangeAspect="1"/>
          </p:cNvPicPr>
          <p:nvPr>
            <a:videoFile r:link="rId1"/>
          </p:nvPr>
        </p:nvPicPr>
        <p:blipFill>
          <a:blip r:embed="rId4"/>
          <a:stretch>
            <a:fillRect/>
          </a:stretch>
        </p:blipFill>
        <p:spPr>
          <a:xfrm>
            <a:off x="2049983" y="1320800"/>
            <a:ext cx="8092035" cy="4572000"/>
          </a:xfrm>
          <a:prstGeom prst="rect">
            <a:avLst/>
          </a:prstGeom>
        </p:spPr>
      </p:pic>
      <p:sp>
        <p:nvSpPr>
          <p:cNvPr id="3" name="Title">
            <a:extLst>
              <a:ext uri="{FF2B5EF4-FFF2-40B4-BE49-F238E27FC236}">
                <a16:creationId xmlns:a16="http://schemas.microsoft.com/office/drawing/2014/main" id="{D351D66A-6A6A-5CC7-59EF-258AFE469917}"/>
              </a:ext>
            </a:extLst>
          </p:cNvPr>
          <p:cNvSpPr txBox="1"/>
          <p:nvPr/>
        </p:nvSpPr>
        <p:spPr>
          <a:xfrm>
            <a:off x="609600" y="406400"/>
            <a:ext cx="10972800" cy="660400"/>
          </a:xfrm>
          <a:prstGeom prst="rect">
            <a:avLst/>
          </a:prstGeom>
          <a:noFill/>
        </p:spPr>
        <p:txBody>
          <a:bodyPr vert="horz" wrap="square" lIns="0" tIns="0" rIns="0" bIns="0" rtlCol="0" anchor="t">
            <a:noAutofit/>
          </a:bodyPr>
          <a:lstStyle/>
          <a:p>
            <a:r>
              <a:rPr lang="en-US" sz="3000" b="1">
                <a:solidFill>
                  <a:srgbClr val="1B365D"/>
                </a:solidFill>
                <a:latin typeface="Calibri" panose="020F0502020204030204" pitchFamily="34" charset="0"/>
              </a:rPr>
              <a:t>Video: ARJO Maxi Sky 600 ceiling lift</a:t>
            </a:r>
          </a:p>
        </p:txBody>
      </p:sp>
      <p:sp>
        <p:nvSpPr>
          <p:cNvPr id="4" name="TextBox 3">
            <a:extLst>
              <a:ext uri="{FF2B5EF4-FFF2-40B4-BE49-F238E27FC236}">
                <a16:creationId xmlns:a16="http://schemas.microsoft.com/office/drawing/2014/main" id="{3CD92358-3ECF-6FE5-6BE6-1E57AC8C9652}"/>
              </a:ext>
            </a:extLst>
          </p:cNvPr>
          <p:cNvSpPr txBox="1"/>
          <p:nvPr/>
        </p:nvSpPr>
        <p:spPr>
          <a:xfrm>
            <a:off x="609600" y="6045200"/>
            <a:ext cx="10972800" cy="254000"/>
          </a:xfrm>
          <a:prstGeom prst="rect">
            <a:avLst/>
          </a:prstGeom>
          <a:noFill/>
        </p:spPr>
        <p:txBody>
          <a:bodyPr vert="horz" wrap="square" lIns="0" tIns="0" rIns="0" bIns="0" rtlCol="0" anchor="t">
            <a:noAutofit/>
          </a:bodyPr>
          <a:lstStyle/>
          <a:p>
            <a:pPr algn="ctr"/>
            <a:r>
              <a:rPr lang="en-US" sz="1200">
                <a:solidFill>
                  <a:srgbClr val="5A6B7D"/>
                </a:solidFill>
                <a:latin typeface="Calibri" panose="020F0502020204030204" pitchFamily="34" charset="0"/>
                <a:hlinkClick r:id="rId5"/>
              </a:rPr>
              <a:t>If the video doesn't play: https://youtu.be/4yJVH2rnehM</a:t>
            </a:r>
            <a:endParaRPr lang="en-US" sz="1200">
              <a:solidFill>
                <a:srgbClr val="5A6B7D"/>
              </a:solidFill>
              <a:latin typeface="Calibri" panose="020F0502020204030204" pitchFamily="34" charset="0"/>
            </a:endParaRPr>
          </a:p>
        </p:txBody>
      </p:sp>
    </p:spTree>
    <p:extLst>
      <p:ext uri="{BB962C8B-B14F-4D97-AF65-F5344CB8AC3E}">
        <p14:creationId xmlns:p14="http://schemas.microsoft.com/office/powerpoint/2010/main" val="2972136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6969E-0AFA-E6D2-1055-4E09B8361B99}"/>
              </a:ext>
            </a:extLst>
          </p:cNvPr>
          <p:cNvSpPr>
            <a:spLocks noGrp="1"/>
          </p:cNvSpPr>
          <p:nvPr>
            <p:ph type="title" idx="10"/>
          </p:nvPr>
        </p:nvSpPr>
        <p:spPr/>
        <p:txBody>
          <a:bodyPr/>
          <a:lstStyle/>
          <a:p>
            <a:r>
              <a:rPr lang="en-US"/>
              <a:t>WY'East Denali 600 mobile lift</a:t>
            </a:r>
          </a:p>
        </p:txBody>
      </p:sp>
      <p:sp>
        <p:nvSpPr>
          <p:cNvPr id="3" name="TextBox 2">
            <a:extLst>
              <a:ext uri="{FF2B5EF4-FFF2-40B4-BE49-F238E27FC236}">
                <a16:creationId xmlns:a16="http://schemas.microsoft.com/office/drawing/2014/main" id="{AC6D0D30-067B-5884-321B-B159556F12A6}"/>
              </a:ext>
            </a:extLst>
          </p:cNvPr>
          <p:cNvSpPr txBox="1"/>
          <p:nvPr/>
        </p:nvSpPr>
        <p:spPr>
          <a:xfrm>
            <a:off x="609600" y="1727200"/>
            <a:ext cx="5461000" cy="1397000"/>
          </a:xfrm>
          <a:prstGeom prst="rect">
            <a:avLst/>
          </a:prstGeom>
          <a:noFill/>
        </p:spPr>
        <p:txBody>
          <a:bodyPr vert="horz" wrap="square" lIns="0" tIns="0" rIns="0" bIns="0" rtlCol="0" anchor="t">
            <a:noAutofit/>
          </a:bodyPr>
          <a:lstStyle/>
          <a:p>
            <a:pPr>
              <a:spcAft>
                <a:spcPts val="600"/>
              </a:spcAft>
            </a:pPr>
            <a:r>
              <a:rPr lang="en-US" sz="2000" b="1">
                <a:solidFill>
                  <a:srgbClr val="2F6DB5"/>
                </a:solidFill>
                <a:latin typeface="Calibri" panose="020F0502020204030204" pitchFamily="34" charset="0"/>
              </a:rPr>
              <a:t>A great all-around floor lift</a:t>
            </a:r>
          </a:p>
          <a:p>
            <a:pPr>
              <a:spcAft>
                <a:spcPts val="600"/>
              </a:spcAft>
            </a:pPr>
            <a:r>
              <a:rPr lang="en-US" sz="1700">
                <a:solidFill>
                  <a:srgbClr val="26313D"/>
                </a:solidFill>
                <a:latin typeface="Calibri" panose="020F0502020204030204" pitchFamily="34" charset="0"/>
              </a:rPr>
              <a:t>Use it in place of a ceiling lift when the room doesn't have one, or when a work order has been placed to repair it.</a:t>
            </a:r>
          </a:p>
        </p:txBody>
      </p:sp>
      <p:sp>
        <p:nvSpPr>
          <p:cNvPr id="4" name="Video link">
            <a:hlinkClick r:id="rId3"/>
            <a:extLst>
              <a:ext uri="{FF2B5EF4-FFF2-40B4-BE49-F238E27FC236}">
                <a16:creationId xmlns:a16="http://schemas.microsoft.com/office/drawing/2014/main" id="{C156D480-17AA-6472-B59B-F1325F9D10F0}"/>
              </a:ext>
            </a:extLst>
          </p:cNvPr>
          <p:cNvSpPr/>
          <p:nvPr/>
        </p:nvSpPr>
        <p:spPr>
          <a:xfrm>
            <a:off x="609600" y="4470400"/>
            <a:ext cx="3810000" cy="508000"/>
          </a:xfrm>
          <a:prstGeom prst="roundRect">
            <a:avLst>
              <a:gd name="adj" fmla="val 50000"/>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177800" rIns="177800" rtlCol="0" anchor="ctr"/>
          <a:lstStyle/>
          <a:p>
            <a:pPr algn="ctr"/>
            <a:r>
              <a:rPr lang="en-US" sz="1500" b="1">
                <a:solidFill>
                  <a:srgbClr val="FFFFFF"/>
                </a:solidFill>
                <a:latin typeface="Calibri" panose="020F0502020204030204" pitchFamily="34" charset="0"/>
              </a:rPr>
              <a:t>▶  Watch: Denali 600 (3:22)</a:t>
            </a:r>
          </a:p>
        </p:txBody>
      </p:sp>
      <p:sp>
        <p:nvSpPr>
          <p:cNvPr id="5" name="Illustration" descr="Illustration: an SPHM equipment room with mobile floor lifts and slings.">
            <a:extLst>
              <a:ext uri="{FF2B5EF4-FFF2-40B4-BE49-F238E27FC236}">
                <a16:creationId xmlns:a16="http://schemas.microsoft.com/office/drawing/2014/main" id="{FEC86F79-85A5-8EE0-0180-CE512C0B5076}"/>
              </a:ext>
            </a:extLst>
          </p:cNvPr>
          <p:cNvSpPr/>
          <p:nvPr/>
        </p:nvSpPr>
        <p:spPr>
          <a:xfrm>
            <a:off x="6502400" y="457200"/>
            <a:ext cx="5080000" cy="5943600"/>
          </a:xfrm>
          <a:prstGeom prst="roundRect">
            <a:avLst>
              <a:gd name="adj" fmla="val 5000"/>
            </a:avLst>
          </a:prstGeom>
          <a:blipFill>
            <a:blip r:embed="rId4"/>
            <a:stretch>
              <a:fillRect/>
            </a:stretch>
          </a:blip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8937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Denali 600 Basic Functions &amp; Safety">
            <a:hlinkClick r:id="" action="ppaction://media"/>
            <a:extLst>
              <a:ext uri="{FF2B5EF4-FFF2-40B4-BE49-F238E27FC236}">
                <a16:creationId xmlns:a16="http://schemas.microsoft.com/office/drawing/2014/main" id="{859A1DF7-0375-B5F1-3DC1-DDA45A4D4718}"/>
              </a:ext>
            </a:extLst>
          </p:cNvPr>
          <p:cNvPicPr>
            <a:picLocks noRot="1" noChangeAspect="1"/>
          </p:cNvPicPr>
          <p:nvPr>
            <a:videoFile r:link="rId1"/>
          </p:nvPr>
        </p:nvPicPr>
        <p:blipFill>
          <a:blip r:embed="rId4"/>
          <a:stretch>
            <a:fillRect/>
          </a:stretch>
        </p:blipFill>
        <p:spPr>
          <a:xfrm>
            <a:off x="2049983" y="1320800"/>
            <a:ext cx="8092035" cy="4572000"/>
          </a:xfrm>
          <a:prstGeom prst="rect">
            <a:avLst/>
          </a:prstGeom>
        </p:spPr>
      </p:pic>
      <p:sp>
        <p:nvSpPr>
          <p:cNvPr id="3" name="Title">
            <a:extLst>
              <a:ext uri="{FF2B5EF4-FFF2-40B4-BE49-F238E27FC236}">
                <a16:creationId xmlns:a16="http://schemas.microsoft.com/office/drawing/2014/main" id="{8596B180-2A02-FD68-C8D5-C483797DFE64}"/>
              </a:ext>
            </a:extLst>
          </p:cNvPr>
          <p:cNvSpPr txBox="1"/>
          <p:nvPr/>
        </p:nvSpPr>
        <p:spPr>
          <a:xfrm>
            <a:off x="609600" y="406400"/>
            <a:ext cx="10972800" cy="660400"/>
          </a:xfrm>
          <a:prstGeom prst="rect">
            <a:avLst/>
          </a:prstGeom>
          <a:noFill/>
        </p:spPr>
        <p:txBody>
          <a:bodyPr vert="horz" wrap="square" lIns="0" tIns="0" rIns="0" bIns="0" rtlCol="0" anchor="t">
            <a:noAutofit/>
          </a:bodyPr>
          <a:lstStyle/>
          <a:p>
            <a:r>
              <a:rPr lang="en-US" sz="3000" b="1">
                <a:solidFill>
                  <a:srgbClr val="1B365D"/>
                </a:solidFill>
                <a:latin typeface="Calibri" panose="020F0502020204030204" pitchFamily="34" charset="0"/>
              </a:rPr>
              <a:t>Video: WY'East Denali 600 mobile lift</a:t>
            </a:r>
          </a:p>
        </p:txBody>
      </p:sp>
      <p:sp>
        <p:nvSpPr>
          <p:cNvPr id="4" name="TextBox 3">
            <a:extLst>
              <a:ext uri="{FF2B5EF4-FFF2-40B4-BE49-F238E27FC236}">
                <a16:creationId xmlns:a16="http://schemas.microsoft.com/office/drawing/2014/main" id="{F84E7054-0109-35CE-019A-10D16C521DEC}"/>
              </a:ext>
            </a:extLst>
          </p:cNvPr>
          <p:cNvSpPr txBox="1"/>
          <p:nvPr/>
        </p:nvSpPr>
        <p:spPr>
          <a:xfrm>
            <a:off x="609600" y="6045200"/>
            <a:ext cx="10972800" cy="254000"/>
          </a:xfrm>
          <a:prstGeom prst="rect">
            <a:avLst/>
          </a:prstGeom>
          <a:noFill/>
        </p:spPr>
        <p:txBody>
          <a:bodyPr vert="horz" wrap="square" lIns="0" tIns="0" rIns="0" bIns="0" rtlCol="0" anchor="t">
            <a:noAutofit/>
          </a:bodyPr>
          <a:lstStyle/>
          <a:p>
            <a:pPr algn="ctr"/>
            <a:r>
              <a:rPr lang="en-US" sz="1200">
                <a:solidFill>
                  <a:srgbClr val="5A6B7D"/>
                </a:solidFill>
                <a:latin typeface="Calibri" panose="020F0502020204030204" pitchFamily="34" charset="0"/>
                <a:hlinkClick r:id="rId5"/>
              </a:rPr>
              <a:t>If the video doesn't play: https://youtu.be/kh2KM0ooxIY</a:t>
            </a:r>
            <a:endParaRPr lang="en-US" sz="1200">
              <a:solidFill>
                <a:srgbClr val="5A6B7D"/>
              </a:solidFill>
              <a:latin typeface="Calibri" panose="020F0502020204030204" pitchFamily="34" charset="0"/>
            </a:endParaRPr>
          </a:p>
        </p:txBody>
      </p:sp>
    </p:spTree>
    <p:extLst>
      <p:ext uri="{BB962C8B-B14F-4D97-AF65-F5344CB8AC3E}">
        <p14:creationId xmlns:p14="http://schemas.microsoft.com/office/powerpoint/2010/main" val="96898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E6FA-7E0C-385E-0DAD-EABF67BCC3A6}"/>
              </a:ext>
            </a:extLst>
          </p:cNvPr>
          <p:cNvSpPr>
            <a:spLocks noGrp="1"/>
          </p:cNvSpPr>
          <p:nvPr>
            <p:ph type="title" idx="10"/>
          </p:nvPr>
        </p:nvSpPr>
        <p:spPr/>
        <p:txBody>
          <a:bodyPr/>
          <a:lstStyle/>
          <a:p>
            <a:r>
              <a:rPr lang="en-US"/>
              <a:t>HoverMatt air-assisted transfer</a:t>
            </a:r>
          </a:p>
        </p:txBody>
      </p:sp>
      <p:sp>
        <p:nvSpPr>
          <p:cNvPr id="3" name="TextBox 2">
            <a:extLst>
              <a:ext uri="{FF2B5EF4-FFF2-40B4-BE49-F238E27FC236}">
                <a16:creationId xmlns:a16="http://schemas.microsoft.com/office/drawing/2014/main" id="{B85E64DB-73FB-75C0-16C1-1572CA239231}"/>
              </a:ext>
            </a:extLst>
          </p:cNvPr>
          <p:cNvSpPr txBox="1"/>
          <p:nvPr/>
        </p:nvSpPr>
        <p:spPr>
          <a:xfrm>
            <a:off x="609600" y="1727200"/>
            <a:ext cx="5461000" cy="1397000"/>
          </a:xfrm>
          <a:prstGeom prst="rect">
            <a:avLst/>
          </a:prstGeom>
          <a:noFill/>
        </p:spPr>
        <p:txBody>
          <a:bodyPr vert="horz" wrap="square" lIns="0" tIns="0" rIns="0" bIns="0" rtlCol="0" anchor="t">
            <a:noAutofit/>
          </a:bodyPr>
          <a:lstStyle/>
          <a:p>
            <a:pPr>
              <a:spcAft>
                <a:spcPts val="600"/>
              </a:spcAft>
            </a:pPr>
            <a:r>
              <a:rPr lang="en-US" sz="2000" b="1">
                <a:solidFill>
                  <a:srgbClr val="2F6DB5"/>
                </a:solidFill>
                <a:latin typeface="Calibri" panose="020F0502020204030204" pitchFamily="34" charset="0"/>
              </a:rPr>
              <a:t>Air-assisted lateral transfer</a:t>
            </a:r>
          </a:p>
          <a:p>
            <a:pPr>
              <a:spcAft>
                <a:spcPts val="600"/>
              </a:spcAft>
            </a:pPr>
            <a:r>
              <a:rPr lang="en-US" sz="1700">
                <a:solidFill>
                  <a:srgbClr val="26313D"/>
                </a:solidFill>
                <a:latin typeface="Calibri" panose="020F0502020204030204" pitchFamily="34" charset="0"/>
              </a:rPr>
              <a:t>A cushion of air under the patient cuts the force needed for bed-to-stretcher transfers and boosting up in bed.</a:t>
            </a:r>
          </a:p>
        </p:txBody>
      </p:sp>
      <p:sp>
        <p:nvSpPr>
          <p:cNvPr id="4" name="Video link">
            <a:hlinkClick r:id="rId3"/>
            <a:extLst>
              <a:ext uri="{FF2B5EF4-FFF2-40B4-BE49-F238E27FC236}">
                <a16:creationId xmlns:a16="http://schemas.microsoft.com/office/drawing/2014/main" id="{0110C59F-E0B0-995D-E364-A699A8A4B63D}"/>
              </a:ext>
            </a:extLst>
          </p:cNvPr>
          <p:cNvSpPr/>
          <p:nvPr/>
        </p:nvSpPr>
        <p:spPr>
          <a:xfrm>
            <a:off x="609600" y="4470400"/>
            <a:ext cx="3810000" cy="508000"/>
          </a:xfrm>
          <a:prstGeom prst="roundRect">
            <a:avLst>
              <a:gd name="adj" fmla="val 50000"/>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177800" rIns="177800" rtlCol="0" anchor="ctr"/>
          <a:lstStyle/>
          <a:p>
            <a:pPr algn="ctr"/>
            <a:r>
              <a:rPr lang="en-US" sz="1500" b="1">
                <a:solidFill>
                  <a:srgbClr val="FFFFFF"/>
                </a:solidFill>
                <a:latin typeface="Calibri" panose="020F0502020204030204" pitchFamily="34" charset="0"/>
              </a:rPr>
              <a:t>▶  Watch: HoverMatt</a:t>
            </a:r>
          </a:p>
        </p:txBody>
      </p:sp>
      <p:sp>
        <p:nvSpPr>
          <p:cNvPr id="5" name="Rectangle: Rounded Corners 4">
            <a:extLst>
              <a:ext uri="{FF2B5EF4-FFF2-40B4-BE49-F238E27FC236}">
                <a16:creationId xmlns:a16="http://schemas.microsoft.com/office/drawing/2014/main" id="{CEB3018B-3036-B746-6F98-12789B4601BF}"/>
              </a:ext>
            </a:extLst>
          </p:cNvPr>
          <p:cNvSpPr/>
          <p:nvPr/>
        </p:nvSpPr>
        <p:spPr>
          <a:xfrm>
            <a:off x="6502400" y="457200"/>
            <a:ext cx="5080000" cy="5943600"/>
          </a:xfrm>
          <a:prstGeom prst="roundRect">
            <a:avLst>
              <a:gd name="adj" fmla="val 5000"/>
            </a:avLst>
          </a:prstGeom>
          <a:solidFill>
            <a:srgbClr val="FFFFF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HoverMatt air-assisted transfer mattress with its air supply.">
            <a:extLst>
              <a:ext uri="{FF2B5EF4-FFF2-40B4-BE49-F238E27FC236}">
                <a16:creationId xmlns:a16="http://schemas.microsoft.com/office/drawing/2014/main" id="{4FB9E83A-5032-D394-861E-E6FAB306541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756400" y="1651000"/>
            <a:ext cx="4572000" cy="3695700"/>
          </a:xfrm>
          <a:prstGeom prst="rect">
            <a:avLst/>
          </a:prstGeom>
        </p:spPr>
      </p:pic>
    </p:spTree>
    <p:extLst>
      <p:ext uri="{BB962C8B-B14F-4D97-AF65-F5344CB8AC3E}">
        <p14:creationId xmlns:p14="http://schemas.microsoft.com/office/powerpoint/2010/main" val="3564899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Hovermatt video">
            <a:hlinkClick r:id="" action="ppaction://media"/>
            <a:extLst>
              <a:ext uri="{FF2B5EF4-FFF2-40B4-BE49-F238E27FC236}">
                <a16:creationId xmlns:a16="http://schemas.microsoft.com/office/drawing/2014/main" id="{6A7F2A21-9671-A747-7DA6-BB6936B3FCA2}"/>
              </a:ext>
            </a:extLst>
          </p:cNvPr>
          <p:cNvPicPr>
            <a:picLocks noRot="1" noChangeAspect="1"/>
          </p:cNvPicPr>
          <p:nvPr>
            <a:videoFile r:link="rId1"/>
          </p:nvPr>
        </p:nvPicPr>
        <p:blipFill>
          <a:blip r:embed="rId4"/>
          <a:stretch>
            <a:fillRect/>
          </a:stretch>
        </p:blipFill>
        <p:spPr>
          <a:xfrm>
            <a:off x="3048000" y="1320800"/>
            <a:ext cx="6096000" cy="4572000"/>
          </a:xfrm>
          <a:prstGeom prst="rect">
            <a:avLst/>
          </a:prstGeom>
        </p:spPr>
      </p:pic>
      <p:sp>
        <p:nvSpPr>
          <p:cNvPr id="3" name="Title">
            <a:extLst>
              <a:ext uri="{FF2B5EF4-FFF2-40B4-BE49-F238E27FC236}">
                <a16:creationId xmlns:a16="http://schemas.microsoft.com/office/drawing/2014/main" id="{16BA6EA6-C6DD-5894-CB79-C414AB2BEDBC}"/>
              </a:ext>
            </a:extLst>
          </p:cNvPr>
          <p:cNvSpPr txBox="1"/>
          <p:nvPr/>
        </p:nvSpPr>
        <p:spPr>
          <a:xfrm>
            <a:off x="609600" y="406400"/>
            <a:ext cx="10972800" cy="660400"/>
          </a:xfrm>
          <a:prstGeom prst="rect">
            <a:avLst/>
          </a:prstGeom>
          <a:noFill/>
        </p:spPr>
        <p:txBody>
          <a:bodyPr vert="horz" wrap="square" lIns="0" tIns="0" rIns="0" bIns="0" rtlCol="0" anchor="t">
            <a:noAutofit/>
          </a:bodyPr>
          <a:lstStyle/>
          <a:p>
            <a:r>
              <a:rPr lang="en-US" sz="3000" b="1">
                <a:solidFill>
                  <a:srgbClr val="1B365D"/>
                </a:solidFill>
                <a:latin typeface="Calibri" panose="020F0502020204030204" pitchFamily="34" charset="0"/>
              </a:rPr>
              <a:t>Video: HoverMatt air-assisted transfer</a:t>
            </a:r>
          </a:p>
        </p:txBody>
      </p:sp>
      <p:sp>
        <p:nvSpPr>
          <p:cNvPr id="4" name="TextBox 3">
            <a:extLst>
              <a:ext uri="{FF2B5EF4-FFF2-40B4-BE49-F238E27FC236}">
                <a16:creationId xmlns:a16="http://schemas.microsoft.com/office/drawing/2014/main" id="{F22FDFF8-49E0-F3EC-D067-DD823479556F}"/>
              </a:ext>
            </a:extLst>
          </p:cNvPr>
          <p:cNvSpPr txBox="1"/>
          <p:nvPr/>
        </p:nvSpPr>
        <p:spPr>
          <a:xfrm>
            <a:off x="609600" y="6045200"/>
            <a:ext cx="10972800" cy="254000"/>
          </a:xfrm>
          <a:prstGeom prst="rect">
            <a:avLst/>
          </a:prstGeom>
          <a:noFill/>
        </p:spPr>
        <p:txBody>
          <a:bodyPr vert="horz" wrap="square" lIns="0" tIns="0" rIns="0" bIns="0" rtlCol="0" anchor="t">
            <a:noAutofit/>
          </a:bodyPr>
          <a:lstStyle/>
          <a:p>
            <a:pPr algn="ctr"/>
            <a:r>
              <a:rPr lang="en-US" sz="1200">
                <a:solidFill>
                  <a:srgbClr val="5A6B7D"/>
                </a:solidFill>
                <a:latin typeface="Calibri" panose="020F0502020204030204" pitchFamily="34" charset="0"/>
                <a:hlinkClick r:id="rId5"/>
              </a:rPr>
              <a:t>If the video doesn't play: https://youtu.be/fTBAI7H9-Eg</a:t>
            </a:r>
            <a:endParaRPr lang="en-US" sz="1200">
              <a:solidFill>
                <a:srgbClr val="5A6B7D"/>
              </a:solidFill>
              <a:latin typeface="Calibri" panose="020F0502020204030204" pitchFamily="34" charset="0"/>
            </a:endParaRPr>
          </a:p>
        </p:txBody>
      </p:sp>
    </p:spTree>
    <p:extLst>
      <p:ext uri="{BB962C8B-B14F-4D97-AF65-F5344CB8AC3E}">
        <p14:creationId xmlns:p14="http://schemas.microsoft.com/office/powerpoint/2010/main" val="120342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96204-3F91-EC66-9967-EC1D04FFE56F}"/>
              </a:ext>
            </a:extLst>
          </p:cNvPr>
          <p:cNvSpPr>
            <a:spLocks noGrp="1"/>
          </p:cNvSpPr>
          <p:nvPr>
            <p:ph type="title" idx="10"/>
          </p:nvPr>
        </p:nvSpPr>
        <p:spPr/>
        <p:txBody>
          <a:bodyPr/>
          <a:lstStyle/>
          <a:p>
            <a:r>
              <a:rPr lang="en-US"/>
              <a:t>Resources</a:t>
            </a:r>
          </a:p>
        </p:txBody>
      </p:sp>
      <p:sp>
        <p:nvSpPr>
          <p:cNvPr id="3" name="Rectangle: Rounded Corners 2">
            <a:extLst>
              <a:ext uri="{FF2B5EF4-FFF2-40B4-BE49-F238E27FC236}">
                <a16:creationId xmlns:a16="http://schemas.microsoft.com/office/drawing/2014/main" id="{FBDAFD18-0C68-6086-DBA3-AFBBD85DFAA8}"/>
              </a:ext>
            </a:extLst>
          </p:cNvPr>
          <p:cNvSpPr/>
          <p:nvPr/>
        </p:nvSpPr>
        <p:spPr>
          <a:xfrm>
            <a:off x="609600" y="1524000"/>
            <a:ext cx="3454400" cy="25400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37F31967-287C-1771-716D-1FF259C4CDAA}"/>
              </a:ext>
            </a:extLst>
          </p:cNvPr>
          <p:cNvSpPr/>
          <p:nvPr/>
        </p:nvSpPr>
        <p:spPr>
          <a:xfrm>
            <a:off x="914400" y="1828800"/>
            <a:ext cx="558800" cy="558800"/>
          </a:xfrm>
          <a:prstGeom prst="ellipse">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10B4BA34-1B99-2196-43BB-A17A72D62B9C}"/>
              </a:ext>
            </a:extLst>
          </p:cNvPr>
          <p:cNvSpPr txBox="1"/>
          <p:nvPr/>
        </p:nvSpPr>
        <p:spPr>
          <a:xfrm>
            <a:off x="914400" y="2616200"/>
            <a:ext cx="2844800" cy="1270000"/>
          </a:xfrm>
          <a:prstGeom prst="rect">
            <a:avLst/>
          </a:prstGeom>
          <a:noFill/>
        </p:spPr>
        <p:txBody>
          <a:bodyPr vert="horz" wrap="square" lIns="0" tIns="0" rIns="0" bIns="0" rtlCol="0" anchor="t">
            <a:noAutofit/>
          </a:bodyPr>
          <a:lstStyle/>
          <a:p>
            <a:pPr>
              <a:spcAft>
                <a:spcPts val="600"/>
              </a:spcAft>
            </a:pPr>
            <a:r>
              <a:rPr lang="en-US" sz="1900" b="1">
                <a:solidFill>
                  <a:srgbClr val="1B365D"/>
                </a:solidFill>
                <a:latin typeface="Calibri" panose="020F0502020204030204" pitchFamily="34" charset="0"/>
              </a:rPr>
              <a:t>VHA Patient Safety Center</a:t>
            </a:r>
          </a:p>
          <a:p>
            <a:pPr>
              <a:spcAft>
                <a:spcPts val="600"/>
              </a:spcAft>
            </a:pPr>
            <a:r>
              <a:rPr lang="en-US" sz="1500">
                <a:solidFill>
                  <a:srgbClr val="26313D"/>
                </a:solidFill>
                <a:latin typeface="Calibri" panose="020F0502020204030204" pitchFamily="34" charset="0"/>
                <a:hlinkClick r:id="rId3"/>
              </a:rPr>
              <a:t>visn8.med.va.gov ↗</a:t>
            </a:r>
            <a:endParaRPr lang="en-US" sz="1500">
              <a:solidFill>
                <a:srgbClr val="26313D"/>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1205C571-C33C-B67D-44D8-022AD9F1E7F8}"/>
              </a:ext>
            </a:extLst>
          </p:cNvPr>
          <p:cNvSpPr/>
          <p:nvPr/>
        </p:nvSpPr>
        <p:spPr>
          <a:xfrm>
            <a:off x="4368800" y="1524000"/>
            <a:ext cx="3454400" cy="25400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1BB4622-BA72-3688-622D-D0033B120629}"/>
              </a:ext>
            </a:extLst>
          </p:cNvPr>
          <p:cNvSpPr/>
          <p:nvPr/>
        </p:nvSpPr>
        <p:spPr>
          <a:xfrm>
            <a:off x="4673600" y="1828800"/>
            <a:ext cx="558800" cy="558800"/>
          </a:xfrm>
          <a:prstGeom prst="ellipse">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82DA4877-5F60-88A7-019E-FBC166EA5215}"/>
              </a:ext>
            </a:extLst>
          </p:cNvPr>
          <p:cNvSpPr txBox="1"/>
          <p:nvPr/>
        </p:nvSpPr>
        <p:spPr>
          <a:xfrm>
            <a:off x="4673600" y="2616200"/>
            <a:ext cx="2844800" cy="1270000"/>
          </a:xfrm>
          <a:prstGeom prst="rect">
            <a:avLst/>
          </a:prstGeom>
          <a:noFill/>
        </p:spPr>
        <p:txBody>
          <a:bodyPr vert="horz" wrap="square" lIns="0" tIns="0" rIns="0" bIns="0" rtlCol="0" anchor="t">
            <a:noAutofit/>
          </a:bodyPr>
          <a:lstStyle/>
          <a:p>
            <a:pPr>
              <a:spcAft>
                <a:spcPts val="600"/>
              </a:spcAft>
            </a:pPr>
            <a:r>
              <a:rPr lang="en-US" sz="1900" b="1">
                <a:solidFill>
                  <a:srgbClr val="1B365D"/>
                </a:solidFill>
                <a:latin typeface="Calibri" panose="020F0502020204030204" pitchFamily="34" charset="0"/>
              </a:rPr>
              <a:t>American Nurses Association</a:t>
            </a:r>
          </a:p>
          <a:p>
            <a:pPr>
              <a:spcAft>
                <a:spcPts val="600"/>
              </a:spcAft>
            </a:pPr>
            <a:r>
              <a:rPr lang="en-US" sz="1500">
                <a:solidFill>
                  <a:srgbClr val="26313D"/>
                </a:solidFill>
                <a:latin typeface="Calibri" panose="020F0502020204030204" pitchFamily="34" charset="0"/>
                <a:hlinkClick r:id="rId4"/>
              </a:rPr>
              <a:t>nursingworld.org ↗</a:t>
            </a:r>
            <a:endParaRPr lang="en-US" sz="1500">
              <a:solidFill>
                <a:srgbClr val="26313D"/>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FFFA3A88-ABA4-5B12-084C-CE2BB438AB25}"/>
              </a:ext>
            </a:extLst>
          </p:cNvPr>
          <p:cNvSpPr/>
          <p:nvPr/>
        </p:nvSpPr>
        <p:spPr>
          <a:xfrm>
            <a:off x="8128000" y="1524000"/>
            <a:ext cx="3454400" cy="2540000"/>
          </a:xfrm>
          <a:prstGeom prst="roundRect">
            <a:avLst>
              <a:gd name="adj" fmla="val 7000"/>
            </a:avLst>
          </a:prstGeom>
          <a:solidFill>
            <a:srgbClr val="FFFFFF"/>
          </a:solidFill>
          <a:ln w="11429" cap="flat" cmpd="sng" algn="ctr">
            <a:noFill/>
            <a:prstDash val="sysDash"/>
          </a:ln>
          <a:effectLst>
            <a:outerShdw blurRad="152400" dist="38100" dir="5400000" rotWithShape="0">
              <a:srgbClr val="1B365D">
                <a:alpha val="16000"/>
              </a:srgbClr>
            </a:outerShdw>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3F5E9D8-B0AA-B2F4-BDC6-B275056CCFFE}"/>
              </a:ext>
            </a:extLst>
          </p:cNvPr>
          <p:cNvSpPr/>
          <p:nvPr/>
        </p:nvSpPr>
        <p:spPr>
          <a:xfrm>
            <a:off x="8432800" y="1828800"/>
            <a:ext cx="558800" cy="558800"/>
          </a:xfrm>
          <a:prstGeom prst="ellipse">
            <a:avLst/>
          </a:prstGeom>
          <a:solidFill>
            <a:srgbClr val="2F6DB5"/>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3</a:t>
            </a:r>
          </a:p>
        </p:txBody>
      </p:sp>
      <p:sp>
        <p:nvSpPr>
          <p:cNvPr id="11" name="TextBox 10">
            <a:extLst>
              <a:ext uri="{FF2B5EF4-FFF2-40B4-BE49-F238E27FC236}">
                <a16:creationId xmlns:a16="http://schemas.microsoft.com/office/drawing/2014/main" id="{3273FF70-2169-AF78-5902-800A27DBC003}"/>
              </a:ext>
            </a:extLst>
          </p:cNvPr>
          <p:cNvSpPr txBox="1"/>
          <p:nvPr/>
        </p:nvSpPr>
        <p:spPr>
          <a:xfrm>
            <a:off x="8432800" y="2616200"/>
            <a:ext cx="2844800" cy="1270000"/>
          </a:xfrm>
          <a:prstGeom prst="rect">
            <a:avLst/>
          </a:prstGeom>
          <a:noFill/>
        </p:spPr>
        <p:txBody>
          <a:bodyPr vert="horz" wrap="square" lIns="0" tIns="0" rIns="0" bIns="0" rtlCol="0" anchor="t">
            <a:noAutofit/>
          </a:bodyPr>
          <a:lstStyle/>
          <a:p>
            <a:pPr>
              <a:spcAft>
                <a:spcPts val="600"/>
              </a:spcAft>
            </a:pPr>
            <a:r>
              <a:rPr lang="en-US" sz="1900" b="1">
                <a:solidFill>
                  <a:srgbClr val="1B365D"/>
                </a:solidFill>
                <a:latin typeface="Calibri" panose="020F0502020204030204" pitchFamily="34" charset="0"/>
              </a:rPr>
              <a:t>OSHA: ergonomics</a:t>
            </a:r>
          </a:p>
          <a:p>
            <a:pPr>
              <a:spcAft>
                <a:spcPts val="600"/>
              </a:spcAft>
            </a:pPr>
            <a:r>
              <a:rPr lang="en-US" sz="1500">
                <a:solidFill>
                  <a:srgbClr val="26313D"/>
                </a:solidFill>
                <a:latin typeface="Calibri" panose="020F0502020204030204" pitchFamily="34" charset="0"/>
                <a:hlinkClick r:id="rId5"/>
              </a:rPr>
              <a:t>osha.gov ↗</a:t>
            </a:r>
            <a:endParaRPr lang="en-US" sz="1500">
              <a:solidFill>
                <a:srgbClr val="26313D"/>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2B2A3E12-B100-5DA4-9DF9-2D7CBD0039AC}"/>
              </a:ext>
            </a:extLst>
          </p:cNvPr>
          <p:cNvSpPr/>
          <p:nvPr/>
        </p:nvSpPr>
        <p:spPr>
          <a:xfrm>
            <a:off x="609600" y="4470400"/>
            <a:ext cx="10972800" cy="1397000"/>
          </a:xfrm>
          <a:prstGeom prst="roundRect">
            <a:avLst>
              <a:gd name="adj" fmla="val 7000"/>
            </a:avLst>
          </a:prstGeom>
          <a:solidFill>
            <a:srgbClr val="F4F8FC"/>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67BFCB2-59B0-CEE6-346E-B6F5C2B4347D}"/>
              </a:ext>
            </a:extLst>
          </p:cNvPr>
          <p:cNvSpPr txBox="1"/>
          <p:nvPr/>
        </p:nvSpPr>
        <p:spPr>
          <a:xfrm>
            <a:off x="914400" y="4470400"/>
            <a:ext cx="10363200" cy="1397000"/>
          </a:xfrm>
          <a:prstGeom prst="rect">
            <a:avLst/>
          </a:prstGeom>
          <a:noFill/>
        </p:spPr>
        <p:txBody>
          <a:bodyPr vert="horz" wrap="square" lIns="0" tIns="0" rIns="0" bIns="0" rtlCol="0" anchor="ctr">
            <a:noAutofit/>
          </a:bodyPr>
          <a:lstStyle/>
          <a:p>
            <a:pPr>
              <a:spcAft>
                <a:spcPts val="400"/>
              </a:spcAft>
            </a:pPr>
            <a:r>
              <a:rPr lang="en-US" sz="1900" b="1">
                <a:solidFill>
                  <a:srgbClr val="1B365D"/>
                </a:solidFill>
                <a:latin typeface="Calibri" panose="020F0502020204030204" pitchFamily="34" charset="0"/>
              </a:rPr>
              <a:t>Your best resource is on your unit</a:t>
            </a:r>
          </a:p>
          <a:p>
            <a:pPr>
              <a:spcAft>
                <a:spcPts val="400"/>
              </a:spcAft>
            </a:pPr>
            <a:r>
              <a:rPr lang="en-US" sz="1600">
                <a:solidFill>
                  <a:srgbClr val="26313D"/>
                </a:solidFill>
                <a:latin typeface="Calibri" panose="020F0502020204030204" pitchFamily="34" charset="0"/>
              </a:rPr>
              <a:t>Your Unit Peer Leaders and the SPHM Program Manager can help with equipment, training and patient assessments.</a:t>
            </a:r>
          </a:p>
        </p:txBody>
      </p:sp>
    </p:spTree>
    <p:extLst>
      <p:ext uri="{BB962C8B-B14F-4D97-AF65-F5344CB8AC3E}">
        <p14:creationId xmlns:p14="http://schemas.microsoft.com/office/powerpoint/2010/main" val="746124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798AD-7C4F-C3F5-E765-E0E79F351D8C}"/>
              </a:ext>
            </a:extLst>
          </p:cNvPr>
          <p:cNvSpPr>
            <a:spLocks noGrp="1"/>
          </p:cNvSpPr>
          <p:nvPr>
            <p:ph type="title" idx="10"/>
          </p:nvPr>
        </p:nvSpPr>
        <p:spPr/>
        <p:txBody>
          <a:bodyPr/>
          <a:lstStyle/>
          <a:p>
            <a:r>
              <a:rPr lang="en-US"/>
              <a:t>Thank you!</a:t>
            </a:r>
          </a:p>
        </p:txBody>
      </p:sp>
      <p:sp>
        <p:nvSpPr>
          <p:cNvPr id="3" name="TextBox 2">
            <a:extLst>
              <a:ext uri="{FF2B5EF4-FFF2-40B4-BE49-F238E27FC236}">
                <a16:creationId xmlns:a16="http://schemas.microsoft.com/office/drawing/2014/main" id="{531AF00B-0660-70F2-9878-C22E07E1EBF8}"/>
              </a:ext>
            </a:extLst>
          </p:cNvPr>
          <p:cNvSpPr txBox="1"/>
          <p:nvPr/>
        </p:nvSpPr>
        <p:spPr>
          <a:xfrm>
            <a:off x="609600" y="4191000"/>
            <a:ext cx="5334000" cy="1778000"/>
          </a:xfrm>
          <a:prstGeom prst="rect">
            <a:avLst/>
          </a:prstGeom>
          <a:noFill/>
        </p:spPr>
        <p:txBody>
          <a:bodyPr vert="horz" wrap="square" lIns="0" tIns="0" rIns="0" bIns="0" rtlCol="0" anchor="t">
            <a:noAutofit/>
          </a:bodyPr>
          <a:lstStyle/>
          <a:p>
            <a:pPr>
              <a:spcAft>
                <a:spcPts val="400"/>
              </a:spcAft>
            </a:pPr>
            <a:r>
              <a:rPr lang="en-US" sz="2000" b="1">
                <a:solidFill>
                  <a:srgbClr val="F2B33D"/>
                </a:solidFill>
                <a:latin typeface="Calibri" panose="020F0502020204030204" pitchFamily="34" charset="0"/>
              </a:rPr>
              <a:t>Welcome to VA Central California Health Care System</a:t>
            </a:r>
          </a:p>
          <a:p>
            <a:pPr>
              <a:spcAft>
                <a:spcPts val="400"/>
              </a:spcAft>
            </a:pPr>
            <a:endParaRPr lang="en-US">
              <a:solidFill>
                <a:srgbClr val="C9DBEF"/>
              </a:solidFill>
              <a:latin typeface="Calibri" panose="020F0502020204030204" pitchFamily="34" charset="0"/>
            </a:endParaRPr>
          </a:p>
          <a:p>
            <a:pPr>
              <a:spcAft>
                <a:spcPts val="400"/>
              </a:spcAft>
            </a:pPr>
            <a:r>
              <a:rPr lang="en-US">
                <a:solidFill>
                  <a:srgbClr val="C9DBEF"/>
                </a:solidFill>
                <a:latin typeface="Calibri" panose="020F0502020204030204" pitchFamily="34" charset="0"/>
              </a:rPr>
              <a:t>Daniel Agbogidi, BSN, RN</a:t>
            </a:r>
          </a:p>
          <a:p>
            <a:pPr>
              <a:spcAft>
                <a:spcPts val="400"/>
              </a:spcAft>
            </a:pPr>
            <a:r>
              <a:rPr lang="en-US">
                <a:solidFill>
                  <a:srgbClr val="C9DBEF"/>
                </a:solidFill>
                <a:latin typeface="Calibri" panose="020F0502020204030204" pitchFamily="34" charset="0"/>
              </a:rPr>
              <a:t>Safe Patient Handling &amp; Mobility Program Manager</a:t>
            </a:r>
          </a:p>
        </p:txBody>
      </p:sp>
      <p:sp>
        <p:nvSpPr>
          <p:cNvPr id="4" name="Rectangle: Rounded Corners 3">
            <a:extLst>
              <a:ext uri="{FF2B5EF4-FFF2-40B4-BE49-F238E27FC236}">
                <a16:creationId xmlns:a16="http://schemas.microsoft.com/office/drawing/2014/main" id="{C6F81C92-1D88-4B8F-1701-3072F571C8BB}"/>
              </a:ext>
            </a:extLst>
          </p:cNvPr>
          <p:cNvSpPr/>
          <p:nvPr/>
        </p:nvSpPr>
        <p:spPr>
          <a:xfrm>
            <a:off x="7010400" y="965200"/>
            <a:ext cx="4064000" cy="4927600"/>
          </a:xfrm>
          <a:prstGeom prst="roundRect">
            <a:avLst>
              <a:gd name="adj" fmla="val 7000"/>
            </a:avLst>
          </a:prstGeom>
          <a:solidFill>
            <a:srgbClr val="FFFFFF"/>
          </a:solidFill>
          <a:ln w="11429" cap="flat" cmpd="sng" algn="ctr">
            <a:noFill/>
            <a:prstDash val="sysDash"/>
          </a:ln>
          <a:effectLst/>
          <a:extLst>
            <a:ext uri="{91240B29-F687-4F45-9708-019B960494DF}">
              <a14:hiddenLine xmlns:a14="http://schemas.microsoft.com/office/drawing/2010/main" w="11429" cap="flat" cmpd="sng" algn="ctr">
                <a:solidFill>
                  <a:schemeClr val="accent1">
                    <a:shade val="15000"/>
                  </a:schemeClr>
                </a:solidFill>
                <a:prstDash val="sysDash"/>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SPHM logo" descr="Safe Patient Handling logo: hands holding the VA seal, with the words Compassion, Care, Concern.">
            <a:extLst>
              <a:ext uri="{FF2B5EF4-FFF2-40B4-BE49-F238E27FC236}">
                <a16:creationId xmlns:a16="http://schemas.microsoft.com/office/drawing/2014/main" id="{19C603CE-6712-9DA9-D439-7DB37380817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264400" y="1219200"/>
            <a:ext cx="3556000" cy="3276600"/>
          </a:xfrm>
          <a:prstGeom prst="rect">
            <a:avLst/>
          </a:prstGeom>
        </p:spPr>
      </p:pic>
      <p:sp>
        <p:nvSpPr>
          <p:cNvPr id="7" name="TextBox 6">
            <a:extLst>
              <a:ext uri="{FF2B5EF4-FFF2-40B4-BE49-F238E27FC236}">
                <a16:creationId xmlns:a16="http://schemas.microsoft.com/office/drawing/2014/main" id="{AFC0CA37-BC30-B152-37AB-5D1BDEE31CD6}"/>
              </a:ext>
            </a:extLst>
          </p:cNvPr>
          <p:cNvSpPr txBox="1"/>
          <p:nvPr/>
        </p:nvSpPr>
        <p:spPr>
          <a:xfrm>
            <a:off x="7010400" y="4876800"/>
            <a:ext cx="4064000" cy="508000"/>
          </a:xfrm>
          <a:prstGeom prst="rect">
            <a:avLst/>
          </a:prstGeom>
          <a:noFill/>
        </p:spPr>
        <p:txBody>
          <a:bodyPr vert="horz" wrap="square" lIns="0" tIns="0" rIns="0" bIns="0" rtlCol="0" anchor="ctr">
            <a:noAutofit/>
          </a:bodyPr>
          <a:lstStyle/>
          <a:p>
            <a:pPr algn="ctr"/>
            <a:r>
              <a:rPr lang="en-US" b="1">
                <a:solidFill>
                  <a:srgbClr val="1B365D"/>
                </a:solidFill>
                <a:latin typeface="Calibri" panose="020F0502020204030204" pitchFamily="34" charset="0"/>
              </a:rPr>
              <a:t>Compassion · Care · Concern</a:t>
            </a:r>
          </a:p>
        </p:txBody>
      </p:sp>
    </p:spTree>
    <p:extLst>
      <p:ext uri="{BB962C8B-B14F-4D97-AF65-F5344CB8AC3E}">
        <p14:creationId xmlns:p14="http://schemas.microsoft.com/office/powerpoint/2010/main" val="230864740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rgbClr val="26313D"/>
      </a:dk1>
      <a:lt1>
        <a:srgbClr val="FFFFFF"/>
      </a:lt1>
      <a:dk2>
        <a:srgbClr val="1B365D"/>
      </a:dk2>
      <a:lt2>
        <a:srgbClr val="E3EDF8"/>
      </a:lt2>
      <a:accent1>
        <a:srgbClr val="2F6DB5"/>
      </a:accent1>
      <a:accent2>
        <a:srgbClr val="23898F"/>
      </a:accent2>
      <a:accent3>
        <a:srgbClr val="F2B33D"/>
      </a:accent3>
      <a:accent4>
        <a:srgbClr val="7FB3E0"/>
      </a:accent4>
      <a:accent5>
        <a:srgbClr val="B8322A"/>
      </a:accent5>
      <a:accent6>
        <a:srgbClr val="5A6B7D"/>
      </a:accent6>
      <a:hlink>
        <a:srgbClr val="00A3D6"/>
      </a:hlink>
      <a:folHlink>
        <a:srgbClr val="694F07"/>
      </a:folHlink>
    </a:clrScheme>
    <a:fontScheme name="Civic">
      <a:majorFont>
        <a:latin typeface="Calibri"/>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libri"/>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6c7cbfae-09b3-446b-8042-326ae5c03660" xsi:nil="true"/>
    <lcf76f155ced4ddcb4097134ff3c332f xmlns="f0b6ede9-c9f9-4023-b8f4-f82022981aa9">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52FAC2C7ECB7B45B867F95F8EDA5ADA" ma:contentTypeVersion="11" ma:contentTypeDescription="Create a new document." ma:contentTypeScope="" ma:versionID="61c9c74a4fe6aa90a3b9b6b97a5672f3">
  <xsd:schema xmlns:xsd="http://www.w3.org/2001/XMLSchema" xmlns:xs="http://www.w3.org/2001/XMLSchema" xmlns:p="http://schemas.microsoft.com/office/2006/metadata/properties" xmlns:ns1="http://schemas.microsoft.com/sharepoint/v3" xmlns:ns2="f0b6ede9-c9f9-4023-b8f4-f82022981aa9" xmlns:ns3="b937e61a-f6e1-4453-8113-9036fc5b17db" xmlns:ns4="6c7cbfae-09b3-446b-8042-326ae5c03660" targetNamespace="http://schemas.microsoft.com/office/2006/metadata/properties" ma:root="true" ma:fieldsID="2a86fa2d39617355139221dddb83233d" ns1:_="" ns2:_="" ns3:_="" ns4:_="">
    <xsd:import namespace="http://schemas.microsoft.com/sharepoint/v3"/>
    <xsd:import namespace="f0b6ede9-c9f9-4023-b8f4-f82022981aa9"/>
    <xsd:import namespace="b937e61a-f6e1-4453-8113-9036fc5b17db"/>
    <xsd:import namespace="6c7cbfae-09b3-446b-8042-326ae5c03660"/>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3:SharedWithUsers" minOccurs="0"/>
                <xsd:element ref="ns3:SharedWithDetails" minOccurs="0"/>
                <xsd:element ref="ns2:lcf76f155ced4ddcb4097134ff3c332f" minOccurs="0"/>
                <xsd:element ref="ns4: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b6ede9-c9f9-4023-b8f4-f82022981a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37e61a-f6e1-4453-8113-9036fc5b17d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c7cbfae-09b3-446b-8042-326ae5c036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9f1ae89-b122-4820-aba4-559d5d1f5ee3}" ma:internalName="TaxCatchAll" ma:showField="CatchAllData" ma:web="6c7cbfae-09b3-446b-8042-326ae5c036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61DB9B-2952-4504-AB15-639A03022819}">
  <ds:schemaRefs>
    <ds:schemaRef ds:uri="http://schemas.microsoft.com/office/2006/metadata/properties"/>
    <ds:schemaRef ds:uri="http://schemas.microsoft.com/office/infopath/2007/PartnerControls"/>
    <ds:schemaRef ds:uri="http://schemas.microsoft.com/sharepoint/v3"/>
    <ds:schemaRef ds:uri="6c7cbfae-09b3-446b-8042-326ae5c03660"/>
    <ds:schemaRef ds:uri="f0b6ede9-c9f9-4023-b8f4-f82022981aa9"/>
  </ds:schemaRefs>
</ds:datastoreItem>
</file>

<file path=customXml/itemProps2.xml><?xml version="1.0" encoding="utf-8"?>
<ds:datastoreItem xmlns:ds="http://schemas.openxmlformats.org/officeDocument/2006/customXml" ds:itemID="{7058323E-794E-499B-9364-C72EB75B8A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0b6ede9-c9f9-4023-b8f4-f82022981aa9"/>
    <ds:schemaRef ds:uri="b937e61a-f6e1-4453-8113-9036fc5b17db"/>
    <ds:schemaRef ds:uri="6c7cbfae-09b3-446b-8042-326ae5c036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150B254-9C1E-447B-A89C-DB8B2ED90FA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Civic</Template>
  <TotalTime>7529</TotalTime>
  <Words>2378</Words>
  <Application>Microsoft Office PowerPoint</Application>
  <PresentationFormat>Widescreen</PresentationFormat>
  <Paragraphs>201</Paragraphs>
  <Slides>21</Slides>
  <Notes>21</Notes>
  <HiddenSlides>0</HiddenSlides>
  <MMClips>4</MMClips>
  <ScaleCrop>false</ScaleCrop>
  <HeadingPairs>
    <vt:vector size="8" baseType="variant">
      <vt:variant>
        <vt:lpstr>Fonts Used</vt:lpstr>
      </vt:variant>
      <vt:variant>
        <vt:i4>3</vt:i4>
      </vt:variant>
      <vt:variant>
        <vt:lpstr>Theme</vt:lpstr>
      </vt:variant>
      <vt:variant>
        <vt:i4>1</vt:i4>
      </vt:variant>
      <vt:variant>
        <vt:lpstr>Slide Titles</vt:lpstr>
      </vt:variant>
      <vt:variant>
        <vt:i4>21</vt:i4>
      </vt:variant>
      <vt:variant>
        <vt:lpstr>Custom Shows</vt:lpstr>
      </vt:variant>
      <vt:variant>
        <vt:i4>1</vt:i4>
      </vt:variant>
    </vt:vector>
  </HeadingPairs>
  <TitlesOfParts>
    <vt:vector size="26" baseType="lpstr">
      <vt:lpstr>Calibri</vt:lpstr>
      <vt:lpstr>Wingdings</vt:lpstr>
      <vt:lpstr>Wingdings 2</vt:lpstr>
      <vt:lpstr>Civic</vt:lpstr>
      <vt:lpstr>PowerPoint Presentation</vt:lpstr>
      <vt:lpstr>Did you know?</vt:lpstr>
      <vt:lpstr>Disabling injuries</vt:lpstr>
      <vt:lpstr>The tasks that injure us most</vt:lpstr>
      <vt:lpstr>Nurses lift an average of 1.8 tons every shift</vt:lpstr>
      <vt:lpstr>An expectation, all day, every day</vt:lpstr>
      <vt:lpstr>Solutions by dependency level</vt:lpstr>
      <vt:lpstr>Prevent injuries to yourself and your patients</vt:lpstr>
      <vt:lpstr>SPHM at VA Central California</vt:lpstr>
      <vt:lpstr>PowerPoint Presentation</vt:lpstr>
      <vt:lpstr>Safe patient handling equipment</vt:lpstr>
      <vt:lpstr>ARJO Sara 3000</vt:lpstr>
      <vt:lpstr>PowerPoint Presentation</vt:lpstr>
      <vt:lpstr>ARJO Maxi Sky 600 ceiling lift</vt:lpstr>
      <vt:lpstr>PowerPoint Presentation</vt:lpstr>
      <vt:lpstr>WY'East Denali 600 mobile lift</vt:lpstr>
      <vt:lpstr>PowerPoint Presentation</vt:lpstr>
      <vt:lpstr>HoverMatt air-assisted transfer</vt:lpstr>
      <vt:lpstr>PowerPoint Presentation</vt:lpstr>
      <vt:lpstr>Resources</vt:lpstr>
      <vt:lpstr>Thank you!</vt:lpstr>
      <vt:lpstr>Custom Show 1</vt:lpstr>
    </vt:vector>
  </TitlesOfParts>
  <Company>Department of Veterans Affairs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PATIENT HANDLING and Movement</dc:title>
  <dc:creator>EIE Desktop Technologies</dc:creator>
  <cp:lastModifiedBy>Daniel Agbogidi</cp:lastModifiedBy>
  <cp:revision>56</cp:revision>
  <cp:lastPrinted>2019-11-01T12:33:23Z</cp:lastPrinted>
  <dcterms:created xsi:type="dcterms:W3CDTF">2012-11-07T14:29:58Z</dcterms:created>
  <dcterms:modified xsi:type="dcterms:W3CDTF">2026-10-06T05:43:33Z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0x010100D52FAC2C7ECB7B45B867F95F8EDA5ADA</vt:lpwstr>
  </property>
</Properties>
</file>
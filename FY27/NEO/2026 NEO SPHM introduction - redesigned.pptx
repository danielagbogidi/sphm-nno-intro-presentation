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1402" r:id="rId2"/>
    <p:sldId id="1403" r:id="rId3"/>
    <p:sldId id="1400" r:id="rId4"/>
    <p:sldId id="1404" r:id="rId5"/>
    <p:sldId id="1405" r:id="rId6"/>
    <p:sldId id="1406" r:id="rId7"/>
    <p:sldId id="1407" r:id="rId8"/>
    <p:sldId id="1408" r:id="rId9"/>
    <p:sldId id="1409" r:id="rId10"/>
    <p:sldId id="1410" r:id="rId11"/>
    <p:sldId id="1411" r:id="rId12"/>
    <p:sldId id="1412" r:id="rId13"/>
    <p:sldId id="1413" r:id="rId14"/>
    <p:sldId id="1414" r:id="rId15"/>
    <p:sldId id="302" r:id="rId16"/>
    <p:sldId id="303" r:id="rId17"/>
    <p:sldId id="1415" r:id="rId18"/>
    <p:sldId id="1416" r:id="rId19"/>
    <p:sldId id="141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50393" autoAdjust="0"/>
  </p:normalViewPr>
  <p:slideViewPr>
    <p:cSldViewPr snapToGrid="0">
      <p:cViewPr>
        <p:scale>
          <a:sx n="50" d="100"/>
          <a:sy n="50" d="100"/>
        </p:scale>
        <p:origin x="1051" y="-326"/>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Agbogidi" userId="e0f5edde3173dd4e" providerId="LiveId" clId="{502729D8-E8FF-4FF0-9DC9-E8882DDD285A}"/>
    <pc:docChg chg="custSel addSld delSld modSld sldOrd modMainMaster">
      <pc:chgData name="Daniel Agbogidi" userId="e0f5edde3173dd4e" providerId="LiveId" clId="{502729D8-E8FF-4FF0-9DC9-E8882DDD285A}" dt="2026-10-06T04:43:10.911" v="2565" actId="931"/>
      <pc:docMkLst>
        <pc:docMk/>
      </pc:docMkLst>
      <pc:sldChg chg="del">
        <pc:chgData name="Daniel Agbogidi" userId="e0f5edde3173dd4e" providerId="LiveId" clId="{502729D8-E8FF-4FF0-9DC9-E8882DDD285A}" dt="2026-10-06T03:40:43.125" v="2536" actId="2696"/>
        <pc:sldMkLst>
          <pc:docMk/>
          <pc:sldMk cId="3029260468" sldId="257"/>
        </pc:sldMkLst>
      </pc:sldChg>
      <pc:sldChg chg="del">
        <pc:chgData name="Daniel Agbogidi" userId="e0f5edde3173dd4e" providerId="LiveId" clId="{502729D8-E8FF-4FF0-9DC9-E8882DDD285A}" dt="2026-10-06T03:40:43.019" v="2523" actId="2696"/>
        <pc:sldMkLst>
          <pc:docMk/>
          <pc:sldMk cId="2509350770" sldId="269"/>
        </pc:sldMkLst>
      </pc:sldChg>
      <pc:sldChg chg="del">
        <pc:chgData name="Daniel Agbogidi" userId="e0f5edde3173dd4e" providerId="LiveId" clId="{502729D8-E8FF-4FF0-9DC9-E8882DDD285A}" dt="2026-10-06T03:40:43.003" v="2521" actId="2696"/>
        <pc:sldMkLst>
          <pc:docMk/>
          <pc:sldMk cId="0" sldId="272"/>
        </pc:sldMkLst>
      </pc:sldChg>
      <pc:sldChg chg="del">
        <pc:chgData name="Daniel Agbogidi" userId="e0f5edde3173dd4e" providerId="LiveId" clId="{502729D8-E8FF-4FF0-9DC9-E8882DDD285A}" dt="2026-10-06T03:40:43.110" v="2535" actId="2696"/>
        <pc:sldMkLst>
          <pc:docMk/>
          <pc:sldMk cId="3255928944" sldId="279"/>
        </pc:sldMkLst>
      </pc:sldChg>
      <pc:sldChg chg="del">
        <pc:chgData name="Daniel Agbogidi" userId="e0f5edde3173dd4e" providerId="LiveId" clId="{502729D8-E8FF-4FF0-9DC9-E8882DDD285A}" dt="2026-10-06T03:40:43.053" v="2528" actId="2696"/>
        <pc:sldMkLst>
          <pc:docMk/>
          <pc:sldMk cId="0" sldId="280"/>
        </pc:sldMkLst>
      </pc:sldChg>
      <pc:sldChg chg="del">
        <pc:chgData name="Daniel Agbogidi" userId="e0f5edde3173dd4e" providerId="LiveId" clId="{502729D8-E8FF-4FF0-9DC9-E8882DDD285A}" dt="2026-10-06T03:40:43.086" v="2533" actId="2696"/>
        <pc:sldMkLst>
          <pc:docMk/>
          <pc:sldMk cId="0" sldId="281"/>
        </pc:sldMkLst>
      </pc:sldChg>
      <pc:sldChg chg="del">
        <pc:chgData name="Daniel Agbogidi" userId="e0f5edde3173dd4e" providerId="LiveId" clId="{502729D8-E8FF-4FF0-9DC9-E8882DDD285A}" dt="2026-10-06T03:40:43.036" v="2526" actId="2696"/>
        <pc:sldMkLst>
          <pc:docMk/>
          <pc:sldMk cId="0" sldId="291"/>
        </pc:sldMkLst>
      </pc:sldChg>
      <pc:sldChg chg="del">
        <pc:chgData name="Daniel Agbogidi" userId="e0f5edde3173dd4e" providerId="LiveId" clId="{502729D8-E8FF-4FF0-9DC9-E8882DDD285A}" dt="2026-10-06T03:40:43.069" v="2531" actId="2696"/>
        <pc:sldMkLst>
          <pc:docMk/>
          <pc:sldMk cId="0" sldId="292"/>
        </pc:sldMkLst>
      </pc:sldChg>
      <pc:sldChg chg="modSp del mod">
        <pc:chgData name="Daniel Agbogidi" userId="e0f5edde3173dd4e" providerId="LiveId" clId="{502729D8-E8FF-4FF0-9DC9-E8882DDD285A}" dt="2026-10-06T03:40:43.060" v="2529" actId="2696"/>
        <pc:sldMkLst>
          <pc:docMk/>
          <pc:sldMk cId="3902561469" sldId="293"/>
        </pc:sldMkLst>
        <pc:spChg chg="mod">
          <ac:chgData name="Daniel Agbogidi" userId="e0f5edde3173dd4e" providerId="LiveId" clId="{502729D8-E8FF-4FF0-9DC9-E8882DDD285A}" dt="2026-10-06T03:40:26.966" v="0" actId="27636"/>
          <ac:spMkLst>
            <pc:docMk/>
            <pc:sldMk cId="3902561469" sldId="293"/>
            <ac:spMk id="49154" creationId="{00000000-0000-0000-0000-000000000000}"/>
          </ac:spMkLst>
        </pc:spChg>
      </pc:sldChg>
      <pc:sldChg chg="ord setBg modNotes">
        <pc:chgData name="Daniel Agbogidi" userId="e0f5edde3173dd4e" providerId="LiveId" clId="{502729D8-E8FF-4FF0-9DC9-E8882DDD285A}" dt="2026-10-06T03:40:43.187" v="2551"/>
        <pc:sldMkLst>
          <pc:docMk/>
          <pc:sldMk cId="1582161661" sldId="302"/>
        </pc:sldMkLst>
      </pc:sldChg>
      <pc:sldChg chg="ord setBg modNotes">
        <pc:chgData name="Daniel Agbogidi" userId="e0f5edde3173dd4e" providerId="LiveId" clId="{502729D8-E8FF-4FF0-9DC9-E8882DDD285A}" dt="2026-10-06T03:40:43.190" v="2552"/>
        <pc:sldMkLst>
          <pc:docMk/>
          <pc:sldMk cId="584526560" sldId="303"/>
        </pc:sldMkLst>
      </pc:sldChg>
      <pc:sldChg chg="del">
        <pc:chgData name="Daniel Agbogidi" userId="e0f5edde3173dd4e" providerId="LiveId" clId="{502729D8-E8FF-4FF0-9DC9-E8882DDD285A}" dt="2026-10-06T03:40:43.082" v="2532" actId="2696"/>
        <pc:sldMkLst>
          <pc:docMk/>
          <pc:sldMk cId="0" sldId="304"/>
        </pc:sldMkLst>
      </pc:sldChg>
      <pc:sldChg chg="del">
        <pc:chgData name="Daniel Agbogidi" userId="e0f5edde3173dd4e" providerId="LiveId" clId="{502729D8-E8FF-4FF0-9DC9-E8882DDD285A}" dt="2026-10-06T03:40:43.052" v="2527" actId="2696"/>
        <pc:sldMkLst>
          <pc:docMk/>
          <pc:sldMk cId="3697499687" sldId="305"/>
        </pc:sldMkLst>
      </pc:sldChg>
      <pc:sldChg chg="del">
        <pc:chgData name="Daniel Agbogidi" userId="e0f5edde3173dd4e" providerId="LiveId" clId="{502729D8-E8FF-4FF0-9DC9-E8882DDD285A}" dt="2026-10-06T03:40:43.069" v="2530" actId="2696"/>
        <pc:sldMkLst>
          <pc:docMk/>
          <pc:sldMk cId="2281000711" sldId="307"/>
        </pc:sldMkLst>
      </pc:sldChg>
      <pc:sldChg chg="del">
        <pc:chgData name="Daniel Agbogidi" userId="e0f5edde3173dd4e" providerId="LiveId" clId="{502729D8-E8FF-4FF0-9DC9-E8882DDD285A}" dt="2026-10-06T03:40:43.097" v="2534" actId="2696"/>
        <pc:sldMkLst>
          <pc:docMk/>
          <pc:sldMk cId="3414124358" sldId="707"/>
        </pc:sldMkLst>
      </pc:sldChg>
      <pc:sldChg chg="del">
        <pc:chgData name="Daniel Agbogidi" userId="e0f5edde3173dd4e" providerId="LiveId" clId="{502729D8-E8FF-4FF0-9DC9-E8882DDD285A}" dt="2026-10-06T03:40:43.028" v="2524" actId="2696"/>
        <pc:sldMkLst>
          <pc:docMk/>
          <pc:sldMk cId="0" sldId="1397"/>
        </pc:sldMkLst>
      </pc:sldChg>
      <pc:sldChg chg="del">
        <pc:chgData name="Daniel Agbogidi" userId="e0f5edde3173dd4e" providerId="LiveId" clId="{502729D8-E8FF-4FF0-9DC9-E8882DDD285A}" dt="2026-10-06T03:40:43.017" v="2522" actId="2696"/>
        <pc:sldMkLst>
          <pc:docMk/>
          <pc:sldMk cId="3392695437" sldId="1399"/>
        </pc:sldMkLst>
      </pc:sldChg>
      <pc:sldChg chg="addSp delSp modSp mod ord modNotes">
        <pc:chgData name="Daniel Agbogidi" userId="e0f5edde3173dd4e" providerId="LiveId" clId="{502729D8-E8FF-4FF0-9DC9-E8882DDD285A}" dt="2026-10-06T03:40:43.152" v="2539"/>
        <pc:sldMkLst>
          <pc:docMk/>
          <pc:sldMk cId="2553165030" sldId="1400"/>
        </pc:sldMkLst>
        <pc:spChg chg="mod">
          <ac:chgData name="Daniel Agbogidi" userId="e0f5edde3173dd4e" providerId="LiveId" clId="{502729D8-E8FF-4FF0-9DC9-E8882DDD285A}" dt="2026-10-06T03:40:42.767" v="2479" actId="948"/>
          <ac:spMkLst>
            <pc:docMk/>
            <pc:sldMk cId="2553165030" sldId="1400"/>
            <ac:spMk id="2" creationId="{2943C4E0-DC4D-2DC9-CD12-177C60163A31}"/>
          </ac:spMkLst>
        </pc:spChg>
        <pc:spChg chg="add mod">
          <ac:chgData name="Daniel Agbogidi" userId="e0f5edde3173dd4e" providerId="LiveId" clId="{502729D8-E8FF-4FF0-9DC9-E8882DDD285A}" dt="2026-10-06T03:40:42.854" v="2507" actId="948"/>
          <ac:spMkLst>
            <pc:docMk/>
            <pc:sldMk cId="2553165030" sldId="1400"/>
            <ac:spMk id="3" creationId="{050F14DD-385D-5DD9-6782-F5B31C660EDD}"/>
          </ac:spMkLst>
        </pc:spChg>
        <pc:spChg chg="del">
          <ac:chgData name="Daniel Agbogidi" userId="e0f5edde3173dd4e" providerId="LiveId" clId="{502729D8-E8FF-4FF0-9DC9-E8882DDD285A}" dt="2026-10-06T03:40:42.685" v="2463"/>
          <ac:spMkLst>
            <pc:docMk/>
            <pc:sldMk cId="2553165030" sldId="1400"/>
            <ac:spMk id="5" creationId="{0EA0A612-AFDC-AAA1-B04C-3F79C5DC5D87}"/>
          </ac:spMkLst>
        </pc:spChg>
        <pc:picChg chg="mod">
          <ac:chgData name="Daniel Agbogidi" userId="e0f5edde3173dd4e" providerId="LiveId" clId="{502729D8-E8FF-4FF0-9DC9-E8882DDD285A}" dt="2026-10-06T03:40:42.805" v="2486"/>
          <ac:picMkLst>
            <pc:docMk/>
            <pc:sldMk cId="2553165030" sldId="1400"/>
            <ac:picMk id="4" creationId="{8B7CB6A3-4122-FB52-ABA4-8B095CEB0251}"/>
          </ac:picMkLst>
        </pc:picChg>
      </pc:sldChg>
      <pc:sldChg chg="del">
        <pc:chgData name="Daniel Agbogidi" userId="e0f5edde3173dd4e" providerId="LiveId" clId="{502729D8-E8FF-4FF0-9DC9-E8882DDD285A}" dt="2026-10-06T03:40:43.036" v="2525" actId="2696"/>
        <pc:sldMkLst>
          <pc:docMk/>
          <pc:sldMk cId="2655040478" sldId="1401"/>
        </pc:sldMkLst>
      </pc:sldChg>
      <pc:sldChg chg="addSp modSp add mod ord modNotes">
        <pc:chgData name="Daniel Agbogidi" userId="e0f5edde3173dd4e" providerId="LiveId" clId="{502729D8-E8FF-4FF0-9DC9-E8882DDD285A}" dt="2026-10-06T03:40:43.135" v="2537"/>
        <pc:sldMkLst>
          <pc:docMk/>
          <pc:sldMk cId="1962573308" sldId="1402"/>
        </pc:sldMkLst>
        <pc:spChg chg="add mod">
          <ac:chgData name="Daniel Agbogidi" userId="e0f5edde3173dd4e" providerId="LiveId" clId="{502729D8-E8FF-4FF0-9DC9-E8882DDD285A}" dt="2026-10-06T03:40:31.018" v="134"/>
          <ac:spMkLst>
            <pc:docMk/>
            <pc:sldMk cId="1962573308" sldId="1402"/>
            <ac:spMk id="4" creationId="{0292592B-3A9D-8D72-C60B-30DE5EBC29EA}"/>
          </ac:spMkLst>
        </pc:spChg>
        <pc:spChg chg="add mod">
          <ac:chgData name="Daniel Agbogidi" userId="e0f5edde3173dd4e" providerId="LiveId" clId="{502729D8-E8FF-4FF0-9DC9-E8882DDD285A}" dt="2026-10-06T03:40:31.239" v="156" actId="947"/>
          <ac:spMkLst>
            <pc:docMk/>
            <pc:sldMk cId="1962573308" sldId="1402"/>
            <ac:spMk id="5" creationId="{CCCFD0BA-CD56-3DC3-55BD-5C1BEFBA0556}"/>
          </ac:spMkLst>
        </pc:spChg>
        <pc:spChg chg="add mod">
          <ac:chgData name="Daniel Agbogidi" userId="e0f5edde3173dd4e" providerId="LiveId" clId="{502729D8-E8FF-4FF0-9DC9-E8882DDD285A}" dt="2026-10-06T03:40:31.332" v="178"/>
          <ac:spMkLst>
            <pc:docMk/>
            <pc:sldMk cId="1962573308" sldId="1402"/>
            <ac:spMk id="6" creationId="{13E5C2D1-ED92-A7B5-5266-02A89CD5F336}"/>
          </ac:spMkLst>
        </pc:spChg>
        <pc:spChg chg="add mod">
          <ac:chgData name="Daniel Agbogidi" userId="e0f5edde3173dd4e" providerId="LiveId" clId="{502729D8-E8FF-4FF0-9DC9-E8882DDD285A}" dt="2026-10-06T03:40:31.414" v="199" actId="948"/>
          <ac:spMkLst>
            <pc:docMk/>
            <pc:sldMk cId="1962573308" sldId="1402"/>
            <ac:spMk id="7" creationId="{C360E3EB-0696-D59D-A676-217E880BC0F9}"/>
          </ac:spMkLst>
        </pc:spChg>
        <pc:spChg chg="add mod">
          <ac:chgData name="Daniel Agbogidi" userId="e0f5edde3173dd4e" providerId="LiveId" clId="{502729D8-E8FF-4FF0-9DC9-E8882DDD285A}" dt="2026-10-06T03:40:31.538" v="225" actId="948"/>
          <ac:spMkLst>
            <pc:docMk/>
            <pc:sldMk cId="1962573308" sldId="1402"/>
            <ac:spMk id="8" creationId="{9F51058C-AD5F-6A4B-C711-7803C95ADFCD}"/>
          </ac:spMkLst>
        </pc:spChg>
        <pc:picChg chg="add mod">
          <ac:chgData name="Daniel Agbogidi" userId="e0f5edde3173dd4e" providerId="LiveId" clId="{502729D8-E8FF-4FF0-9DC9-E8882DDD285A}" dt="2026-10-06T03:40:30.906" v="129"/>
          <ac:picMkLst>
            <pc:docMk/>
            <pc:sldMk cId="1962573308" sldId="1402"/>
            <ac:picMk id="3" creationId="{2A78D6B7-076B-E857-E18E-8BE96036DEE9}"/>
          </ac:picMkLst>
        </pc:picChg>
      </pc:sldChg>
      <pc:sldChg chg="addSp modSp add mod ord modNotes">
        <pc:chgData name="Daniel Agbogidi" userId="e0f5edde3173dd4e" providerId="LiveId" clId="{502729D8-E8FF-4FF0-9DC9-E8882DDD285A}" dt="2026-10-06T03:40:43.152" v="2538"/>
        <pc:sldMkLst>
          <pc:docMk/>
          <pc:sldMk cId="2358317274" sldId="1403"/>
        </pc:sldMkLst>
        <pc:spChg chg="mod">
          <ac:chgData name="Daniel Agbogidi" userId="e0f5edde3173dd4e" providerId="LiveId" clId="{502729D8-E8FF-4FF0-9DC9-E8882DDD285A}" dt="2026-10-06T03:40:31.608" v="228" actId="20577"/>
          <ac:spMkLst>
            <pc:docMk/>
            <pc:sldMk cId="2358317274" sldId="1403"/>
            <ac:spMk id="2" creationId="{172CF485-9177-9D2D-D5EC-D697393809E8}"/>
          </ac:spMkLst>
        </pc:spChg>
        <pc:spChg chg="add mod">
          <ac:chgData name="Daniel Agbogidi" userId="e0f5edde3173dd4e" providerId="LiveId" clId="{502729D8-E8FF-4FF0-9DC9-E8882DDD285A}" dt="2026-10-06T03:40:31.715" v="239"/>
          <ac:spMkLst>
            <pc:docMk/>
            <pc:sldMk cId="2358317274" sldId="1403"/>
            <ac:spMk id="3" creationId="{5519D907-A370-C245-CCFD-973D4E9806BE}"/>
          </ac:spMkLst>
        </pc:spChg>
        <pc:spChg chg="add mod">
          <ac:chgData name="Daniel Agbogidi" userId="e0f5edde3173dd4e" providerId="LiveId" clId="{502729D8-E8FF-4FF0-9DC9-E8882DDD285A}" dt="2026-10-06T03:40:31.765" v="253"/>
          <ac:spMkLst>
            <pc:docMk/>
            <pc:sldMk cId="2358317274" sldId="1403"/>
            <ac:spMk id="4" creationId="{49758A4E-0B38-780E-D1CE-262FDFC4D671}"/>
          </ac:spMkLst>
        </pc:spChg>
        <pc:spChg chg="add mod">
          <ac:chgData name="Daniel Agbogidi" userId="e0f5edde3173dd4e" providerId="LiveId" clId="{502729D8-E8FF-4FF0-9DC9-E8882DDD285A}" dt="2026-10-06T03:40:31.812" v="279" actId="948"/>
          <ac:spMkLst>
            <pc:docMk/>
            <pc:sldMk cId="2358317274" sldId="1403"/>
            <ac:spMk id="5" creationId="{08C87383-F7F3-37E5-A21D-CC01A41BE2E1}"/>
          </ac:spMkLst>
        </pc:spChg>
        <pc:spChg chg="add mod">
          <ac:chgData name="Daniel Agbogidi" userId="e0f5edde3173dd4e" providerId="LiveId" clId="{502729D8-E8FF-4FF0-9DC9-E8882DDD285A}" dt="2026-10-06T03:40:31.852" v="290"/>
          <ac:spMkLst>
            <pc:docMk/>
            <pc:sldMk cId="2358317274" sldId="1403"/>
            <ac:spMk id="6" creationId="{2766E9B7-B6E9-48BC-C553-1AB2583153EF}"/>
          </ac:spMkLst>
        </pc:spChg>
        <pc:spChg chg="add mod">
          <ac:chgData name="Daniel Agbogidi" userId="e0f5edde3173dd4e" providerId="LiveId" clId="{502729D8-E8FF-4FF0-9DC9-E8882DDD285A}" dt="2026-10-06T03:40:31.884" v="304"/>
          <ac:spMkLst>
            <pc:docMk/>
            <pc:sldMk cId="2358317274" sldId="1403"/>
            <ac:spMk id="7" creationId="{615BC554-99A5-E45D-5ED9-47749392E07F}"/>
          </ac:spMkLst>
        </pc:spChg>
        <pc:spChg chg="add mod">
          <ac:chgData name="Daniel Agbogidi" userId="e0f5edde3173dd4e" providerId="LiveId" clId="{502729D8-E8FF-4FF0-9DC9-E8882DDD285A}" dt="2026-10-06T03:40:32.011" v="330" actId="948"/>
          <ac:spMkLst>
            <pc:docMk/>
            <pc:sldMk cId="2358317274" sldId="1403"/>
            <ac:spMk id="8" creationId="{B3B0E230-53C7-05CB-76D7-DFEDD399BE12}"/>
          </ac:spMkLst>
        </pc:spChg>
        <pc:spChg chg="add mod">
          <ac:chgData name="Daniel Agbogidi" userId="e0f5edde3173dd4e" providerId="LiveId" clId="{502729D8-E8FF-4FF0-9DC9-E8882DDD285A}" dt="2026-10-06T03:40:32.080" v="351" actId="948"/>
          <ac:spMkLst>
            <pc:docMk/>
            <pc:sldMk cId="2358317274" sldId="1403"/>
            <ac:spMk id="9" creationId="{99D2E6B9-7327-8DCD-C635-49D4E30A3C27}"/>
          </ac:spMkLst>
        </pc:spChg>
      </pc:sldChg>
      <pc:sldChg chg="addSp modSp add mod ord modNotes">
        <pc:chgData name="Daniel Agbogidi" userId="e0f5edde3173dd4e" providerId="LiveId" clId="{502729D8-E8FF-4FF0-9DC9-E8882DDD285A}" dt="2026-10-06T03:40:43.152" v="2540"/>
        <pc:sldMkLst>
          <pc:docMk/>
          <pc:sldMk cId="1610512153" sldId="1404"/>
        </pc:sldMkLst>
        <pc:spChg chg="mod">
          <ac:chgData name="Daniel Agbogidi" userId="e0f5edde3173dd4e" providerId="LiveId" clId="{502729D8-E8FF-4FF0-9DC9-E8882DDD285A}" dt="2026-10-06T03:40:32.133" v="354" actId="20577"/>
          <ac:spMkLst>
            <pc:docMk/>
            <pc:sldMk cId="1610512153" sldId="1404"/>
            <ac:spMk id="2" creationId="{7B38EBA0-BAC3-FDC4-A3D0-B4424FB5C1A1}"/>
          </ac:spMkLst>
        </pc:spChg>
        <pc:spChg chg="add mod">
          <ac:chgData name="Daniel Agbogidi" userId="e0f5edde3173dd4e" providerId="LiveId" clId="{502729D8-E8FF-4FF0-9DC9-E8882DDD285A}" dt="2026-10-06T03:40:32.176" v="365"/>
          <ac:spMkLst>
            <pc:docMk/>
            <pc:sldMk cId="1610512153" sldId="1404"/>
            <ac:spMk id="3" creationId="{8EABEFF8-FE48-65F8-ADD4-CB0CF8EB0C56}"/>
          </ac:spMkLst>
        </pc:spChg>
        <pc:spChg chg="add mod">
          <ac:chgData name="Daniel Agbogidi" userId="e0f5edde3173dd4e" providerId="LiveId" clId="{502729D8-E8FF-4FF0-9DC9-E8882DDD285A}" dt="2026-10-06T03:40:32.331" v="394" actId="948"/>
          <ac:spMkLst>
            <pc:docMk/>
            <pc:sldMk cId="1610512153" sldId="1404"/>
            <ac:spMk id="4" creationId="{856FDA59-46A4-48D6-993C-859899AE14E7}"/>
          </ac:spMkLst>
        </pc:spChg>
        <pc:spChg chg="add mod">
          <ac:chgData name="Daniel Agbogidi" userId="e0f5edde3173dd4e" providerId="LiveId" clId="{502729D8-E8FF-4FF0-9DC9-E8882DDD285A}" dt="2026-10-06T03:40:32.386" v="408"/>
          <ac:spMkLst>
            <pc:docMk/>
            <pc:sldMk cId="1610512153" sldId="1404"/>
            <ac:spMk id="5" creationId="{9240BA49-91B5-329B-5DF4-108E1AF8A7B4}"/>
          </ac:spMkLst>
        </pc:spChg>
        <pc:spChg chg="add mod">
          <ac:chgData name="Daniel Agbogidi" userId="e0f5edde3173dd4e" providerId="LiveId" clId="{502729D8-E8FF-4FF0-9DC9-E8882DDD285A}" dt="2026-10-06T03:40:32.462" v="434" actId="948"/>
          <ac:spMkLst>
            <pc:docMk/>
            <pc:sldMk cId="1610512153" sldId="1404"/>
            <ac:spMk id="6" creationId="{21D1E79B-87C9-46FC-C810-5CC877B871F1}"/>
          </ac:spMkLst>
        </pc:spChg>
        <pc:spChg chg="add mod">
          <ac:chgData name="Daniel Agbogidi" userId="e0f5edde3173dd4e" providerId="LiveId" clId="{502729D8-E8FF-4FF0-9DC9-E8882DDD285A}" dt="2026-10-06T03:40:32.514" v="448"/>
          <ac:spMkLst>
            <pc:docMk/>
            <pc:sldMk cId="1610512153" sldId="1404"/>
            <ac:spMk id="7" creationId="{BE3E1E61-2407-AFF4-A808-C5F7B2ED29FD}"/>
          </ac:spMkLst>
        </pc:spChg>
        <pc:spChg chg="add mod">
          <ac:chgData name="Daniel Agbogidi" userId="e0f5edde3173dd4e" providerId="LiveId" clId="{502729D8-E8FF-4FF0-9DC9-E8882DDD285A}" dt="2026-10-06T03:40:32.620" v="474" actId="948"/>
          <ac:spMkLst>
            <pc:docMk/>
            <pc:sldMk cId="1610512153" sldId="1404"/>
            <ac:spMk id="8" creationId="{5EF79CEF-0882-2D1A-D827-28DCA054E471}"/>
          </ac:spMkLst>
        </pc:spChg>
        <pc:spChg chg="add mod">
          <ac:chgData name="Daniel Agbogidi" userId="e0f5edde3173dd4e" providerId="LiveId" clId="{502729D8-E8FF-4FF0-9DC9-E8882DDD285A}" dt="2026-10-06T03:40:32.677" v="488"/>
          <ac:spMkLst>
            <pc:docMk/>
            <pc:sldMk cId="1610512153" sldId="1404"/>
            <ac:spMk id="9" creationId="{64C03D48-6E48-10FD-1C2C-5284607DD7CB}"/>
          </ac:spMkLst>
        </pc:spChg>
        <pc:spChg chg="add mod">
          <ac:chgData name="Daniel Agbogidi" userId="e0f5edde3173dd4e" providerId="LiveId" clId="{502729D8-E8FF-4FF0-9DC9-E8882DDD285A}" dt="2026-10-06T03:40:32.759" v="514" actId="948"/>
          <ac:spMkLst>
            <pc:docMk/>
            <pc:sldMk cId="1610512153" sldId="1404"/>
            <ac:spMk id="10" creationId="{6B3B8A1E-A93E-1F69-634E-720B7614596B}"/>
          </ac:spMkLst>
        </pc:spChg>
        <pc:spChg chg="add mod">
          <ac:chgData name="Daniel Agbogidi" userId="e0f5edde3173dd4e" providerId="LiveId" clId="{502729D8-E8FF-4FF0-9DC9-E8882DDD285A}" dt="2026-10-06T03:40:32.796" v="528"/>
          <ac:spMkLst>
            <pc:docMk/>
            <pc:sldMk cId="1610512153" sldId="1404"/>
            <ac:spMk id="11" creationId="{E33BDF00-B349-5D0F-9B83-7ABA5A8EDAC4}"/>
          </ac:spMkLst>
        </pc:spChg>
        <pc:spChg chg="add mod">
          <ac:chgData name="Daniel Agbogidi" userId="e0f5edde3173dd4e" providerId="LiveId" clId="{502729D8-E8FF-4FF0-9DC9-E8882DDD285A}" dt="2026-10-06T03:40:32.864" v="554" actId="948"/>
          <ac:spMkLst>
            <pc:docMk/>
            <pc:sldMk cId="1610512153" sldId="1404"/>
            <ac:spMk id="12" creationId="{E1295811-AFC5-C6DB-6CAE-CB4508226513}"/>
          </ac:spMkLst>
        </pc:spChg>
        <pc:spChg chg="add mod">
          <ac:chgData name="Daniel Agbogidi" userId="e0f5edde3173dd4e" providerId="LiveId" clId="{502729D8-E8FF-4FF0-9DC9-E8882DDD285A}" dt="2026-10-06T03:40:32.904" v="575" actId="948"/>
          <ac:spMkLst>
            <pc:docMk/>
            <pc:sldMk cId="1610512153" sldId="1404"/>
            <ac:spMk id="13" creationId="{59F6630F-7F58-0CF7-A6CC-90E353E7E4C1}"/>
          </ac:spMkLst>
        </pc:spChg>
      </pc:sldChg>
      <pc:sldChg chg="addSp delSp modSp add mod ord modNotes">
        <pc:chgData name="Daniel Agbogidi" userId="e0f5edde3173dd4e" providerId="LiveId" clId="{502729D8-E8FF-4FF0-9DC9-E8882DDD285A}" dt="2026-10-06T04:35:37.190" v="2556" actId="931"/>
        <pc:sldMkLst>
          <pc:docMk/>
          <pc:sldMk cId="1583386353" sldId="1405"/>
        </pc:sldMkLst>
        <pc:spChg chg="mod">
          <ac:chgData name="Daniel Agbogidi" userId="e0f5edde3173dd4e" providerId="LiveId" clId="{502729D8-E8FF-4FF0-9DC9-E8882DDD285A}" dt="2026-10-06T03:40:32.940" v="578" actId="20577"/>
          <ac:spMkLst>
            <pc:docMk/>
            <pc:sldMk cId="1583386353" sldId="1405"/>
            <ac:spMk id="2" creationId="{3DC794EA-89B2-F0BD-ED43-3CBD634086A3}"/>
          </ac:spMkLst>
        </pc:spChg>
        <pc:spChg chg="del">
          <ac:chgData name="Daniel Agbogidi" userId="e0f5edde3173dd4e" providerId="LiveId" clId="{502729D8-E8FF-4FF0-9DC9-E8882DDD285A}" dt="2026-10-06T04:35:37.190" v="2556" actId="931"/>
          <ac:spMkLst>
            <pc:docMk/>
            <pc:sldMk cId="1583386353" sldId="1405"/>
            <ac:spMk id="3" creationId="{96C3A5DC-E88A-F870-84F5-AFCD1B91E285}"/>
          </ac:spMkLst>
        </pc:spChg>
        <pc:spChg chg="add mod">
          <ac:chgData name="Daniel Agbogidi" userId="e0f5edde3173dd4e" providerId="LiveId" clId="{502729D8-E8FF-4FF0-9DC9-E8882DDD285A}" dt="2026-10-06T03:40:33.003" v="602" actId="947"/>
          <ac:spMkLst>
            <pc:docMk/>
            <pc:sldMk cId="1583386353" sldId="1405"/>
            <ac:spMk id="4" creationId="{CAAC2E02-F7BE-5159-1C82-CEB0DD5E6E30}"/>
          </ac:spMkLst>
        </pc:spChg>
        <pc:spChg chg="add mod">
          <ac:chgData name="Daniel Agbogidi" userId="e0f5edde3173dd4e" providerId="LiveId" clId="{502729D8-E8FF-4FF0-9DC9-E8882DDD285A}" dt="2026-10-06T03:40:33.026" v="607"/>
          <ac:spMkLst>
            <pc:docMk/>
            <pc:sldMk cId="1583386353" sldId="1405"/>
            <ac:spMk id="5" creationId="{A5909235-7076-41FE-4693-A8F8676E4439}"/>
          </ac:spMkLst>
        </pc:spChg>
        <pc:spChg chg="add mod">
          <ac:chgData name="Daniel Agbogidi" userId="e0f5edde3173dd4e" providerId="LiveId" clId="{502729D8-E8FF-4FF0-9DC9-E8882DDD285A}" dt="2026-10-06T03:40:33.067" v="621"/>
          <ac:spMkLst>
            <pc:docMk/>
            <pc:sldMk cId="1583386353" sldId="1405"/>
            <ac:spMk id="6" creationId="{FB7FA239-34E5-F0A3-5994-DBCC3AE05DE4}"/>
          </ac:spMkLst>
        </pc:spChg>
        <pc:spChg chg="add mod">
          <ac:chgData name="Daniel Agbogidi" userId="e0f5edde3173dd4e" providerId="LiveId" clId="{502729D8-E8FF-4FF0-9DC9-E8882DDD285A}" dt="2026-10-06T03:40:33.134" v="645" actId="947"/>
          <ac:spMkLst>
            <pc:docMk/>
            <pc:sldMk cId="1583386353" sldId="1405"/>
            <ac:spMk id="7" creationId="{EB0EA657-C6C0-B5C8-BA67-527B7CE5CF2E}"/>
          </ac:spMkLst>
        </pc:spChg>
        <pc:spChg chg="add mod">
          <ac:chgData name="Daniel Agbogidi" userId="e0f5edde3173dd4e" providerId="LiveId" clId="{502729D8-E8FF-4FF0-9DC9-E8882DDD285A}" dt="2026-10-06T03:40:33.150" v="650"/>
          <ac:spMkLst>
            <pc:docMk/>
            <pc:sldMk cId="1583386353" sldId="1405"/>
            <ac:spMk id="8" creationId="{298E382A-3A7E-92FE-1037-81F3150AB202}"/>
          </ac:spMkLst>
        </pc:spChg>
        <pc:spChg chg="add mod">
          <ac:chgData name="Daniel Agbogidi" userId="e0f5edde3173dd4e" providerId="LiveId" clId="{502729D8-E8FF-4FF0-9DC9-E8882DDD285A}" dt="2026-10-06T03:40:33.194" v="664"/>
          <ac:spMkLst>
            <pc:docMk/>
            <pc:sldMk cId="1583386353" sldId="1405"/>
            <ac:spMk id="9" creationId="{38CE7EE9-627D-5F08-A3B0-F92014D99BDE}"/>
          </ac:spMkLst>
        </pc:spChg>
        <pc:spChg chg="add mod">
          <ac:chgData name="Daniel Agbogidi" userId="e0f5edde3173dd4e" providerId="LiveId" clId="{502729D8-E8FF-4FF0-9DC9-E8882DDD285A}" dt="2026-10-06T03:40:33.265" v="688" actId="947"/>
          <ac:spMkLst>
            <pc:docMk/>
            <pc:sldMk cId="1583386353" sldId="1405"/>
            <ac:spMk id="10" creationId="{2222128C-B0B3-E439-3E8F-D8FB370DC87B}"/>
          </ac:spMkLst>
        </pc:spChg>
        <pc:spChg chg="add mod">
          <ac:chgData name="Daniel Agbogidi" userId="e0f5edde3173dd4e" providerId="LiveId" clId="{502729D8-E8FF-4FF0-9DC9-E8882DDD285A}" dt="2026-10-06T03:40:33.300" v="693"/>
          <ac:spMkLst>
            <pc:docMk/>
            <pc:sldMk cId="1583386353" sldId="1405"/>
            <ac:spMk id="11" creationId="{33C72F61-428E-0E52-B38B-5D2ECD066D82}"/>
          </ac:spMkLst>
        </pc:spChg>
        <pc:spChg chg="add mod">
          <ac:chgData name="Daniel Agbogidi" userId="e0f5edde3173dd4e" providerId="LiveId" clId="{502729D8-E8FF-4FF0-9DC9-E8882DDD285A}" dt="2026-10-06T03:40:33.397" v="707"/>
          <ac:spMkLst>
            <pc:docMk/>
            <pc:sldMk cId="1583386353" sldId="1405"/>
            <ac:spMk id="12" creationId="{B9A5F382-FEA0-4F63-4534-47BD38EAAE62}"/>
          </ac:spMkLst>
        </pc:spChg>
        <pc:spChg chg="add mod">
          <ac:chgData name="Daniel Agbogidi" userId="e0f5edde3173dd4e" providerId="LiveId" clId="{502729D8-E8FF-4FF0-9DC9-E8882DDD285A}" dt="2026-10-06T03:40:33.586" v="731" actId="947"/>
          <ac:spMkLst>
            <pc:docMk/>
            <pc:sldMk cId="1583386353" sldId="1405"/>
            <ac:spMk id="13" creationId="{8CBFE120-1E2F-4057-52E5-F085CEDE7ACB}"/>
          </ac:spMkLst>
        </pc:spChg>
        <pc:picChg chg="add mod ord">
          <ac:chgData name="Daniel Agbogidi" userId="e0f5edde3173dd4e" providerId="LiveId" clId="{502729D8-E8FF-4FF0-9DC9-E8882DDD285A}" dt="2026-10-06T04:35:37.190" v="2556" actId="931"/>
          <ac:picMkLst>
            <pc:docMk/>
            <pc:sldMk cId="1583386353" sldId="1405"/>
            <ac:picMk id="15" creationId="{BEF9F3F6-3596-CAC0-0236-F2BE56A17E67}"/>
          </ac:picMkLst>
        </pc:picChg>
      </pc:sldChg>
      <pc:sldChg chg="addSp modSp add mod ord modNotes">
        <pc:chgData name="Daniel Agbogidi" userId="e0f5edde3173dd4e" providerId="LiveId" clId="{502729D8-E8FF-4FF0-9DC9-E8882DDD285A}" dt="2026-10-06T03:40:43.166" v="2542"/>
        <pc:sldMkLst>
          <pc:docMk/>
          <pc:sldMk cId="570259971" sldId="1406"/>
        </pc:sldMkLst>
        <pc:spChg chg="mod">
          <ac:chgData name="Daniel Agbogidi" userId="e0f5edde3173dd4e" providerId="LiveId" clId="{502729D8-E8FF-4FF0-9DC9-E8882DDD285A}" dt="2026-10-06T03:40:33.618" v="734" actId="20577"/>
          <ac:spMkLst>
            <pc:docMk/>
            <pc:sldMk cId="570259971" sldId="1406"/>
            <ac:spMk id="2" creationId="{C5E49D33-552C-8C61-1463-98073119133D}"/>
          </ac:spMkLst>
        </pc:spChg>
        <pc:spChg chg="add mod">
          <ac:chgData name="Daniel Agbogidi" userId="e0f5edde3173dd4e" providerId="LiveId" clId="{502729D8-E8FF-4FF0-9DC9-E8882DDD285A}" dt="2026-10-06T03:40:33.671" v="745"/>
          <ac:spMkLst>
            <pc:docMk/>
            <pc:sldMk cId="570259971" sldId="1406"/>
            <ac:spMk id="3" creationId="{46752786-CDD7-554A-0A9B-E2087492BFE1}"/>
          </ac:spMkLst>
        </pc:spChg>
        <pc:spChg chg="add mod">
          <ac:chgData name="Daniel Agbogidi" userId="e0f5edde3173dd4e" providerId="LiveId" clId="{502729D8-E8FF-4FF0-9DC9-E8882DDD285A}" dt="2026-10-06T03:40:33.745" v="771" actId="948"/>
          <ac:spMkLst>
            <pc:docMk/>
            <pc:sldMk cId="570259971" sldId="1406"/>
            <ac:spMk id="4" creationId="{B64110E6-6D81-B4FC-BB7C-3FEC8AE0D0D5}"/>
          </ac:spMkLst>
        </pc:spChg>
        <pc:spChg chg="add mod">
          <ac:chgData name="Daniel Agbogidi" userId="e0f5edde3173dd4e" providerId="LiveId" clId="{502729D8-E8FF-4FF0-9DC9-E8882DDD285A}" dt="2026-10-06T03:40:33.786" v="782"/>
          <ac:spMkLst>
            <pc:docMk/>
            <pc:sldMk cId="570259971" sldId="1406"/>
            <ac:spMk id="5" creationId="{4D774A95-E059-6870-4928-C60B774CDB69}"/>
          </ac:spMkLst>
        </pc:spChg>
        <pc:spChg chg="add mod">
          <ac:chgData name="Daniel Agbogidi" userId="e0f5edde3173dd4e" providerId="LiveId" clId="{502729D8-E8FF-4FF0-9DC9-E8882DDD285A}" dt="2026-10-06T03:40:33.864" v="808" actId="948"/>
          <ac:spMkLst>
            <pc:docMk/>
            <pc:sldMk cId="570259971" sldId="1406"/>
            <ac:spMk id="6" creationId="{B28B40C6-A8F5-0E29-E4C7-60D5F073A4D7}"/>
          </ac:spMkLst>
        </pc:spChg>
        <pc:spChg chg="add mod">
          <ac:chgData name="Daniel Agbogidi" userId="e0f5edde3173dd4e" providerId="LiveId" clId="{502729D8-E8FF-4FF0-9DC9-E8882DDD285A}" dt="2026-10-06T03:40:33.900" v="819"/>
          <ac:spMkLst>
            <pc:docMk/>
            <pc:sldMk cId="570259971" sldId="1406"/>
            <ac:spMk id="7" creationId="{2CAA578A-1775-5E81-5761-01C5913C2F20}"/>
          </ac:spMkLst>
        </pc:spChg>
        <pc:spChg chg="add mod">
          <ac:chgData name="Daniel Agbogidi" userId="e0f5edde3173dd4e" providerId="LiveId" clId="{502729D8-E8FF-4FF0-9DC9-E8882DDD285A}" dt="2026-10-06T03:40:33.994" v="845" actId="948"/>
          <ac:spMkLst>
            <pc:docMk/>
            <pc:sldMk cId="570259971" sldId="1406"/>
            <ac:spMk id="8" creationId="{85F88374-C17B-D24A-7D12-C53263927066}"/>
          </ac:spMkLst>
        </pc:spChg>
        <pc:spChg chg="add mod">
          <ac:chgData name="Daniel Agbogidi" userId="e0f5edde3173dd4e" providerId="LiveId" clId="{502729D8-E8FF-4FF0-9DC9-E8882DDD285A}" dt="2026-10-06T03:40:34.085" v="856"/>
          <ac:spMkLst>
            <pc:docMk/>
            <pc:sldMk cId="570259971" sldId="1406"/>
            <ac:spMk id="9" creationId="{546C9A6E-F743-F68D-FA9A-6A6AB0F880A7}"/>
          </ac:spMkLst>
        </pc:spChg>
        <pc:spChg chg="add mod">
          <ac:chgData name="Daniel Agbogidi" userId="e0f5edde3173dd4e" providerId="LiveId" clId="{502729D8-E8FF-4FF0-9DC9-E8882DDD285A}" dt="2026-10-06T03:40:34.256" v="882" actId="948"/>
          <ac:spMkLst>
            <pc:docMk/>
            <pc:sldMk cId="570259971" sldId="1406"/>
            <ac:spMk id="10" creationId="{765675D6-B87E-88C3-B0F5-C8534DC9F421}"/>
          </ac:spMkLst>
        </pc:spChg>
        <pc:spChg chg="add mod">
          <ac:chgData name="Daniel Agbogidi" userId="e0f5edde3173dd4e" providerId="LiveId" clId="{502729D8-E8FF-4FF0-9DC9-E8882DDD285A}" dt="2026-10-06T03:40:34.294" v="893"/>
          <ac:spMkLst>
            <pc:docMk/>
            <pc:sldMk cId="570259971" sldId="1406"/>
            <ac:spMk id="11" creationId="{59640B20-8B0B-2F34-4C19-DF64317A72D0}"/>
          </ac:spMkLst>
        </pc:spChg>
        <pc:spChg chg="add mod">
          <ac:chgData name="Daniel Agbogidi" userId="e0f5edde3173dd4e" providerId="LiveId" clId="{502729D8-E8FF-4FF0-9DC9-E8882DDD285A}" dt="2026-10-06T03:40:34.368" v="919" actId="948"/>
          <ac:spMkLst>
            <pc:docMk/>
            <pc:sldMk cId="570259971" sldId="1406"/>
            <ac:spMk id="12" creationId="{7DB73BA3-A5B3-5839-1DA1-2A5F5379EF68}"/>
          </ac:spMkLst>
        </pc:spChg>
        <pc:spChg chg="add mod">
          <ac:chgData name="Daniel Agbogidi" userId="e0f5edde3173dd4e" providerId="LiveId" clId="{502729D8-E8FF-4FF0-9DC9-E8882DDD285A}" dt="2026-10-06T03:40:34.405" v="930"/>
          <ac:spMkLst>
            <pc:docMk/>
            <pc:sldMk cId="570259971" sldId="1406"/>
            <ac:spMk id="13" creationId="{194A7784-5856-A38A-2D85-33C231FE3DED}"/>
          </ac:spMkLst>
        </pc:spChg>
        <pc:spChg chg="add mod">
          <ac:chgData name="Daniel Agbogidi" userId="e0f5edde3173dd4e" providerId="LiveId" clId="{502729D8-E8FF-4FF0-9DC9-E8882DDD285A}" dt="2026-10-06T03:40:34.605" v="956" actId="948"/>
          <ac:spMkLst>
            <pc:docMk/>
            <pc:sldMk cId="570259971" sldId="1406"/>
            <ac:spMk id="14" creationId="{D04A7592-8A05-CC42-7FAA-507FE06F9700}"/>
          </ac:spMkLst>
        </pc:spChg>
      </pc:sldChg>
      <pc:sldChg chg="addSp delSp modSp add mod ord modNotes">
        <pc:chgData name="Daniel Agbogidi" userId="e0f5edde3173dd4e" providerId="LiveId" clId="{502729D8-E8FF-4FF0-9DC9-E8882DDD285A}" dt="2026-10-06T04:36:01.068" v="2557" actId="931"/>
        <pc:sldMkLst>
          <pc:docMk/>
          <pc:sldMk cId="3174780929" sldId="1407"/>
        </pc:sldMkLst>
        <pc:spChg chg="mod">
          <ac:chgData name="Daniel Agbogidi" userId="e0f5edde3173dd4e" providerId="LiveId" clId="{502729D8-E8FF-4FF0-9DC9-E8882DDD285A}" dt="2026-10-06T03:40:34.670" v="959" actId="20577"/>
          <ac:spMkLst>
            <pc:docMk/>
            <pc:sldMk cId="3174780929" sldId="1407"/>
            <ac:spMk id="2" creationId="{60DBF5E9-2BF1-9925-B342-0E0AB2B0A2D0}"/>
          </ac:spMkLst>
        </pc:spChg>
        <pc:spChg chg="del">
          <ac:chgData name="Daniel Agbogidi" userId="e0f5edde3173dd4e" providerId="LiveId" clId="{502729D8-E8FF-4FF0-9DC9-E8882DDD285A}" dt="2026-10-06T04:36:01.068" v="2557" actId="931"/>
          <ac:spMkLst>
            <pc:docMk/>
            <pc:sldMk cId="3174780929" sldId="1407"/>
            <ac:spMk id="3" creationId="{C18BE88C-CB75-6406-9F95-52D7688155EB}"/>
          </ac:spMkLst>
        </pc:spChg>
        <pc:spChg chg="add mod">
          <ac:chgData name="Daniel Agbogidi" userId="e0f5edde3173dd4e" providerId="LiveId" clId="{502729D8-E8FF-4FF0-9DC9-E8882DDD285A}" dt="2026-10-06T03:40:34.714" v="980" actId="948"/>
          <ac:spMkLst>
            <pc:docMk/>
            <pc:sldMk cId="3174780929" sldId="1407"/>
            <ac:spMk id="4" creationId="{9876FD19-7A61-58E8-4C21-52B0E255A81B}"/>
          </ac:spMkLst>
        </pc:spChg>
        <pc:spChg chg="add mod">
          <ac:chgData name="Daniel Agbogidi" userId="e0f5edde3173dd4e" providerId="LiveId" clId="{502729D8-E8FF-4FF0-9DC9-E8882DDD285A}" dt="2026-10-06T03:40:34.768" v="994"/>
          <ac:spMkLst>
            <pc:docMk/>
            <pc:sldMk cId="3174780929" sldId="1407"/>
            <ac:spMk id="5" creationId="{E6F24758-08CE-34F2-E5EB-F609B3C1B92C}"/>
          </ac:spMkLst>
        </pc:spChg>
        <pc:spChg chg="add mod">
          <ac:chgData name="Daniel Agbogidi" userId="e0f5edde3173dd4e" providerId="LiveId" clId="{502729D8-E8FF-4FF0-9DC9-E8882DDD285A}" dt="2026-10-06T03:40:34.901" v="1018" actId="947"/>
          <ac:spMkLst>
            <pc:docMk/>
            <pc:sldMk cId="3174780929" sldId="1407"/>
            <ac:spMk id="6" creationId="{F71C4F13-47F9-9F03-03F5-E62E3DFB91A8}"/>
          </ac:spMkLst>
        </pc:spChg>
        <pc:spChg chg="add mod">
          <ac:chgData name="Daniel Agbogidi" userId="e0f5edde3173dd4e" providerId="LiveId" clId="{502729D8-E8FF-4FF0-9DC9-E8882DDD285A}" dt="2026-10-06T03:40:34.998" v="1032"/>
          <ac:spMkLst>
            <pc:docMk/>
            <pc:sldMk cId="3174780929" sldId="1407"/>
            <ac:spMk id="7" creationId="{DE7C1F96-DC4B-A08D-A972-889EA5EEB84B}"/>
          </ac:spMkLst>
        </pc:spChg>
        <pc:spChg chg="add mod">
          <ac:chgData name="Daniel Agbogidi" userId="e0f5edde3173dd4e" providerId="LiveId" clId="{502729D8-E8FF-4FF0-9DC9-E8882DDD285A}" dt="2026-10-06T03:40:35.092" v="1056" actId="947"/>
          <ac:spMkLst>
            <pc:docMk/>
            <pc:sldMk cId="3174780929" sldId="1407"/>
            <ac:spMk id="8" creationId="{849FE9EE-4F72-A940-577C-ED3ED1B84967}"/>
          </ac:spMkLst>
        </pc:spChg>
        <pc:spChg chg="add mod">
          <ac:chgData name="Daniel Agbogidi" userId="e0f5edde3173dd4e" providerId="LiveId" clId="{502729D8-E8FF-4FF0-9DC9-E8882DDD285A}" dt="2026-10-06T03:40:35.137" v="1070"/>
          <ac:spMkLst>
            <pc:docMk/>
            <pc:sldMk cId="3174780929" sldId="1407"/>
            <ac:spMk id="9" creationId="{8DEF717D-5008-7339-9E79-F59E2ACA5AC2}"/>
          </ac:spMkLst>
        </pc:spChg>
        <pc:spChg chg="add mod">
          <ac:chgData name="Daniel Agbogidi" userId="e0f5edde3173dd4e" providerId="LiveId" clId="{502729D8-E8FF-4FF0-9DC9-E8882DDD285A}" dt="2026-10-06T03:40:35.196" v="1094" actId="947"/>
          <ac:spMkLst>
            <pc:docMk/>
            <pc:sldMk cId="3174780929" sldId="1407"/>
            <ac:spMk id="10" creationId="{0A613DDE-D03F-F967-0904-1CAF48A825F1}"/>
          </ac:spMkLst>
        </pc:spChg>
        <pc:spChg chg="add mod">
          <ac:chgData name="Daniel Agbogidi" userId="e0f5edde3173dd4e" providerId="LiveId" clId="{502729D8-E8FF-4FF0-9DC9-E8882DDD285A}" dt="2026-10-06T03:40:35.217" v="1099"/>
          <ac:spMkLst>
            <pc:docMk/>
            <pc:sldMk cId="3174780929" sldId="1407"/>
            <ac:spMk id="11" creationId="{01C7FA60-786C-7DE8-E8BB-50B578AE6E9A}"/>
          </ac:spMkLst>
        </pc:spChg>
        <pc:spChg chg="add mod">
          <ac:chgData name="Daniel Agbogidi" userId="e0f5edde3173dd4e" providerId="LiveId" clId="{502729D8-E8FF-4FF0-9DC9-E8882DDD285A}" dt="2026-10-06T03:40:35.336" v="1120" actId="948"/>
          <ac:spMkLst>
            <pc:docMk/>
            <pc:sldMk cId="3174780929" sldId="1407"/>
            <ac:spMk id="12" creationId="{DE6CE16C-CAD4-8D28-EB2F-74A612BDF647}"/>
          </ac:spMkLst>
        </pc:spChg>
        <pc:picChg chg="add mod ord">
          <ac:chgData name="Daniel Agbogidi" userId="e0f5edde3173dd4e" providerId="LiveId" clId="{502729D8-E8FF-4FF0-9DC9-E8882DDD285A}" dt="2026-10-06T04:36:01.068" v="2557" actId="931"/>
          <ac:picMkLst>
            <pc:docMk/>
            <pc:sldMk cId="3174780929" sldId="1407"/>
            <ac:picMk id="14" creationId="{B1BA09AB-09D3-83B9-0455-64B7687A8DB8}"/>
          </ac:picMkLst>
        </pc:picChg>
      </pc:sldChg>
      <pc:sldChg chg="addSp modSp add mod ord modNotes">
        <pc:chgData name="Daniel Agbogidi" userId="e0f5edde3173dd4e" providerId="LiveId" clId="{502729D8-E8FF-4FF0-9DC9-E8882DDD285A}" dt="2026-10-06T03:40:43.166" v="2544"/>
        <pc:sldMkLst>
          <pc:docMk/>
          <pc:sldMk cId="4198325586" sldId="1408"/>
        </pc:sldMkLst>
        <pc:spChg chg="mod">
          <ac:chgData name="Daniel Agbogidi" userId="e0f5edde3173dd4e" providerId="LiveId" clId="{502729D8-E8FF-4FF0-9DC9-E8882DDD285A}" dt="2026-10-06T03:40:35.393" v="1123" actId="20577"/>
          <ac:spMkLst>
            <pc:docMk/>
            <pc:sldMk cId="4198325586" sldId="1408"/>
            <ac:spMk id="2" creationId="{E28B3DB7-6BD0-FFCF-40B5-8ED8B8C53E6E}"/>
          </ac:spMkLst>
        </pc:spChg>
        <pc:spChg chg="add mod">
          <ac:chgData name="Daniel Agbogidi" userId="e0f5edde3173dd4e" providerId="LiveId" clId="{502729D8-E8FF-4FF0-9DC9-E8882DDD285A}" dt="2026-10-06T03:40:35.566" v="1149" actId="948"/>
          <ac:spMkLst>
            <pc:docMk/>
            <pc:sldMk cId="4198325586" sldId="1408"/>
            <ac:spMk id="3" creationId="{A2427476-7F3C-FD7E-61DD-322E666489BF}"/>
          </ac:spMkLst>
        </pc:spChg>
        <pc:spChg chg="add mod">
          <ac:chgData name="Daniel Agbogidi" userId="e0f5edde3173dd4e" providerId="LiveId" clId="{502729D8-E8FF-4FF0-9DC9-E8882DDD285A}" dt="2026-10-06T03:40:38.433" v="1180" actId="948"/>
          <ac:spMkLst>
            <pc:docMk/>
            <pc:sldMk cId="4198325586" sldId="1408"/>
            <ac:spMk id="5" creationId="{DFACDF29-A9C2-4ED2-0886-78EE857AB713}"/>
          </ac:spMkLst>
        </pc:spChg>
        <pc:graphicFrameChg chg="add mod">
          <ac:chgData name="Daniel Agbogidi" userId="e0f5edde3173dd4e" providerId="LiveId" clId="{502729D8-E8FF-4FF0-9DC9-E8882DDD285A}" dt="2026-10-06T03:40:36.701" v="1156"/>
          <ac:graphicFrameMkLst>
            <pc:docMk/>
            <pc:sldMk cId="4198325586" sldId="1408"/>
            <ac:graphicFrameMk id="4" creationId="{5AB29915-6B45-D4AC-FC78-A7E9C3BB567C}"/>
          </ac:graphicFrameMkLst>
        </pc:graphicFrameChg>
      </pc:sldChg>
      <pc:sldChg chg="addSp delSp modSp add mod ord modNotes">
        <pc:chgData name="Daniel Agbogidi" userId="e0f5edde3173dd4e" providerId="LiveId" clId="{502729D8-E8FF-4FF0-9DC9-E8882DDD285A}" dt="2026-10-06T04:36:31.851" v="2558" actId="931"/>
        <pc:sldMkLst>
          <pc:docMk/>
          <pc:sldMk cId="1602616041" sldId="1409"/>
        </pc:sldMkLst>
        <pc:spChg chg="mod">
          <ac:chgData name="Daniel Agbogidi" userId="e0f5edde3173dd4e" providerId="LiveId" clId="{502729D8-E8FF-4FF0-9DC9-E8882DDD285A}" dt="2026-10-06T03:40:38.463" v="1183" actId="20577"/>
          <ac:spMkLst>
            <pc:docMk/>
            <pc:sldMk cId="1602616041" sldId="1409"/>
            <ac:spMk id="2" creationId="{3F405127-1B6B-5E90-3623-ADC33BEB84D6}"/>
          </ac:spMkLst>
        </pc:spChg>
        <pc:spChg chg="del">
          <ac:chgData name="Daniel Agbogidi" userId="e0f5edde3173dd4e" providerId="LiveId" clId="{502729D8-E8FF-4FF0-9DC9-E8882DDD285A}" dt="2026-10-06T04:36:31.851" v="2558" actId="931"/>
          <ac:spMkLst>
            <pc:docMk/>
            <pc:sldMk cId="1602616041" sldId="1409"/>
            <ac:spMk id="3" creationId="{8B1073DA-C9E8-359B-ED19-97BCBB2BA54E}"/>
          </ac:spMkLst>
        </pc:spChg>
        <pc:spChg chg="add mod">
          <ac:chgData name="Daniel Agbogidi" userId="e0f5edde3173dd4e" providerId="LiveId" clId="{502729D8-E8FF-4FF0-9DC9-E8882DDD285A}" dt="2026-10-06T03:40:38.479" v="1188"/>
          <ac:spMkLst>
            <pc:docMk/>
            <pc:sldMk cId="1602616041" sldId="1409"/>
            <ac:spMk id="4" creationId="{A40D1802-AAF8-D879-FBC2-F6B05B20A49B}"/>
          </ac:spMkLst>
        </pc:spChg>
        <pc:spChg chg="add mod">
          <ac:chgData name="Daniel Agbogidi" userId="e0f5edde3173dd4e" providerId="LiveId" clId="{502729D8-E8FF-4FF0-9DC9-E8882DDD285A}" dt="2026-10-06T03:40:38.534" v="1212" actId="947"/>
          <ac:spMkLst>
            <pc:docMk/>
            <pc:sldMk cId="1602616041" sldId="1409"/>
            <ac:spMk id="5" creationId="{DA316F01-1305-D519-9C78-F201BB5FA1BB}"/>
          </ac:spMkLst>
        </pc:spChg>
        <pc:spChg chg="add mod">
          <ac:chgData name="Daniel Agbogidi" userId="e0f5edde3173dd4e" providerId="LiveId" clId="{502729D8-E8FF-4FF0-9DC9-E8882DDD285A}" dt="2026-10-06T03:40:38.589" v="1233" actId="948"/>
          <ac:spMkLst>
            <pc:docMk/>
            <pc:sldMk cId="1602616041" sldId="1409"/>
            <ac:spMk id="6" creationId="{96DC70AE-B7E0-3AE4-A681-08C34D8B27B1}"/>
          </ac:spMkLst>
        </pc:spChg>
        <pc:spChg chg="add mod">
          <ac:chgData name="Daniel Agbogidi" userId="e0f5edde3173dd4e" providerId="LiveId" clId="{502729D8-E8FF-4FF0-9DC9-E8882DDD285A}" dt="2026-10-06T03:40:38.656" v="1244"/>
          <ac:spMkLst>
            <pc:docMk/>
            <pc:sldMk cId="1602616041" sldId="1409"/>
            <ac:spMk id="7" creationId="{DA2C0AB7-11E7-D803-1156-6A20345C2EA7}"/>
          </ac:spMkLst>
        </pc:spChg>
        <pc:spChg chg="add mod">
          <ac:chgData name="Daniel Agbogidi" userId="e0f5edde3173dd4e" providerId="LiveId" clId="{502729D8-E8FF-4FF0-9DC9-E8882DDD285A}" dt="2026-10-06T03:40:38.729" v="1268" actId="947"/>
          <ac:spMkLst>
            <pc:docMk/>
            <pc:sldMk cId="1602616041" sldId="1409"/>
            <ac:spMk id="8" creationId="{930C27B6-1F86-53F4-320E-AA23C04D20AE}"/>
          </ac:spMkLst>
        </pc:spChg>
        <pc:spChg chg="add mod">
          <ac:chgData name="Daniel Agbogidi" userId="e0f5edde3173dd4e" providerId="LiveId" clId="{502729D8-E8FF-4FF0-9DC9-E8882DDD285A}" dt="2026-10-06T03:40:38.761" v="1279"/>
          <ac:spMkLst>
            <pc:docMk/>
            <pc:sldMk cId="1602616041" sldId="1409"/>
            <ac:spMk id="9" creationId="{09760602-1B52-6BEE-9BF8-3C71289AA33C}"/>
          </ac:spMkLst>
        </pc:spChg>
        <pc:spChg chg="add mod">
          <ac:chgData name="Daniel Agbogidi" userId="e0f5edde3173dd4e" providerId="LiveId" clId="{502729D8-E8FF-4FF0-9DC9-E8882DDD285A}" dt="2026-10-06T03:40:38.818" v="1303" actId="947"/>
          <ac:spMkLst>
            <pc:docMk/>
            <pc:sldMk cId="1602616041" sldId="1409"/>
            <ac:spMk id="10" creationId="{6C762231-E4E1-1E25-12B1-B768C349CDDB}"/>
          </ac:spMkLst>
        </pc:spChg>
        <pc:spChg chg="add mod">
          <ac:chgData name="Daniel Agbogidi" userId="e0f5edde3173dd4e" providerId="LiveId" clId="{502729D8-E8FF-4FF0-9DC9-E8882DDD285A}" dt="2026-10-06T03:40:38.844" v="1314"/>
          <ac:spMkLst>
            <pc:docMk/>
            <pc:sldMk cId="1602616041" sldId="1409"/>
            <ac:spMk id="11" creationId="{4F1A2A52-6457-6443-1EB5-C62CA59F708E}"/>
          </ac:spMkLst>
        </pc:spChg>
        <pc:spChg chg="add mod">
          <ac:chgData name="Daniel Agbogidi" userId="e0f5edde3173dd4e" providerId="LiveId" clId="{502729D8-E8FF-4FF0-9DC9-E8882DDD285A}" dt="2026-10-06T03:40:38.880" v="1338" actId="947"/>
          <ac:spMkLst>
            <pc:docMk/>
            <pc:sldMk cId="1602616041" sldId="1409"/>
            <ac:spMk id="12" creationId="{3B61AAD2-4D6C-5915-5926-862E03B3F31D}"/>
          </ac:spMkLst>
        </pc:spChg>
        <pc:spChg chg="add mod">
          <ac:chgData name="Daniel Agbogidi" userId="e0f5edde3173dd4e" providerId="LiveId" clId="{502729D8-E8FF-4FF0-9DC9-E8882DDD285A}" dt="2026-10-06T03:40:38.951" v="1359" actId="948"/>
          <ac:spMkLst>
            <pc:docMk/>
            <pc:sldMk cId="1602616041" sldId="1409"/>
            <ac:spMk id="13" creationId="{09E59B86-818D-28A4-0C1F-34344D403EF5}"/>
          </ac:spMkLst>
        </pc:spChg>
        <pc:picChg chg="add mod ord">
          <ac:chgData name="Daniel Agbogidi" userId="e0f5edde3173dd4e" providerId="LiveId" clId="{502729D8-E8FF-4FF0-9DC9-E8882DDD285A}" dt="2026-10-06T04:36:31.851" v="2558" actId="931"/>
          <ac:picMkLst>
            <pc:docMk/>
            <pc:sldMk cId="1602616041" sldId="1409"/>
            <ac:picMk id="15" creationId="{745B64E4-D02A-078A-A24D-AD018A759007}"/>
          </ac:picMkLst>
        </pc:picChg>
      </pc:sldChg>
      <pc:sldChg chg="addSp delSp modSp add mod ord modNotes">
        <pc:chgData name="Daniel Agbogidi" userId="e0f5edde3173dd4e" providerId="LiveId" clId="{502729D8-E8FF-4FF0-9DC9-E8882DDD285A}" dt="2026-10-06T04:37:00.918" v="2559" actId="931"/>
        <pc:sldMkLst>
          <pc:docMk/>
          <pc:sldMk cId="3402357898" sldId="1410"/>
        </pc:sldMkLst>
        <pc:spChg chg="mod">
          <ac:chgData name="Daniel Agbogidi" userId="e0f5edde3173dd4e" providerId="LiveId" clId="{502729D8-E8FF-4FF0-9DC9-E8882DDD285A}" dt="2026-10-06T03:40:38.992" v="1362" actId="20577"/>
          <ac:spMkLst>
            <pc:docMk/>
            <pc:sldMk cId="3402357898" sldId="1410"/>
            <ac:spMk id="2" creationId="{3A10FA20-91E4-8BC9-11BC-9186300733F5}"/>
          </ac:spMkLst>
        </pc:spChg>
        <pc:spChg chg="del">
          <ac:chgData name="Daniel Agbogidi" userId="e0f5edde3173dd4e" providerId="LiveId" clId="{502729D8-E8FF-4FF0-9DC9-E8882DDD285A}" dt="2026-10-06T04:37:00.918" v="2559" actId="931"/>
          <ac:spMkLst>
            <pc:docMk/>
            <pc:sldMk cId="3402357898" sldId="1410"/>
            <ac:spMk id="3" creationId="{FBB4EDAB-EE0C-301D-2B8D-5FF6509827CF}"/>
          </ac:spMkLst>
        </pc:spChg>
        <pc:spChg chg="add mod">
          <ac:chgData name="Daniel Agbogidi" userId="e0f5edde3173dd4e" providerId="LiveId" clId="{502729D8-E8FF-4FF0-9DC9-E8882DDD285A}" dt="2026-10-06T03:40:39.029" v="1373"/>
          <ac:spMkLst>
            <pc:docMk/>
            <pc:sldMk cId="3402357898" sldId="1410"/>
            <ac:spMk id="4" creationId="{BF20926E-C0C2-D45F-8262-6FFCA92D5293}"/>
          </ac:spMkLst>
        </pc:spChg>
        <pc:spChg chg="add mod">
          <ac:chgData name="Daniel Agbogidi" userId="e0f5edde3173dd4e" providerId="LiveId" clId="{502729D8-E8FF-4FF0-9DC9-E8882DDD285A}" dt="2026-10-06T03:40:39.070" v="1387"/>
          <ac:spMkLst>
            <pc:docMk/>
            <pc:sldMk cId="3402357898" sldId="1410"/>
            <ac:spMk id="5" creationId="{40B8FCBF-6906-1926-F548-42BB828D0CA3}"/>
          </ac:spMkLst>
        </pc:spChg>
        <pc:spChg chg="add mod">
          <ac:chgData name="Daniel Agbogidi" userId="e0f5edde3173dd4e" providerId="LiveId" clId="{502729D8-E8FF-4FF0-9DC9-E8882DDD285A}" dt="2026-10-06T03:40:39.163" v="1413" actId="948"/>
          <ac:spMkLst>
            <pc:docMk/>
            <pc:sldMk cId="3402357898" sldId="1410"/>
            <ac:spMk id="6" creationId="{1CBF0461-2E50-9AA4-9BC0-6811511C4705}"/>
          </ac:spMkLst>
        </pc:spChg>
        <pc:spChg chg="add mod">
          <ac:chgData name="Daniel Agbogidi" userId="e0f5edde3173dd4e" providerId="LiveId" clId="{502729D8-E8FF-4FF0-9DC9-E8882DDD285A}" dt="2026-10-06T03:40:39.200" v="1424"/>
          <ac:spMkLst>
            <pc:docMk/>
            <pc:sldMk cId="3402357898" sldId="1410"/>
            <ac:spMk id="7" creationId="{CB48FC75-4272-B8FB-2DF9-E896A0A87216}"/>
          </ac:spMkLst>
        </pc:spChg>
        <pc:spChg chg="add mod">
          <ac:chgData name="Daniel Agbogidi" userId="e0f5edde3173dd4e" providerId="LiveId" clId="{502729D8-E8FF-4FF0-9DC9-E8882DDD285A}" dt="2026-10-06T03:40:39.241" v="1438"/>
          <ac:spMkLst>
            <pc:docMk/>
            <pc:sldMk cId="3402357898" sldId="1410"/>
            <ac:spMk id="8" creationId="{A9534F0C-7E55-EFFE-DF0B-A0C1E62C2090}"/>
          </ac:spMkLst>
        </pc:spChg>
        <pc:spChg chg="add mod">
          <ac:chgData name="Daniel Agbogidi" userId="e0f5edde3173dd4e" providerId="LiveId" clId="{502729D8-E8FF-4FF0-9DC9-E8882DDD285A}" dt="2026-10-06T03:40:39.304" v="1464" actId="948"/>
          <ac:spMkLst>
            <pc:docMk/>
            <pc:sldMk cId="3402357898" sldId="1410"/>
            <ac:spMk id="9" creationId="{C320B0AF-C954-F6D0-9319-90E34701E63B}"/>
          </ac:spMkLst>
        </pc:spChg>
        <pc:spChg chg="add mod">
          <ac:chgData name="Daniel Agbogidi" userId="e0f5edde3173dd4e" providerId="LiveId" clId="{502729D8-E8FF-4FF0-9DC9-E8882DDD285A}" dt="2026-10-06T03:40:39.359" v="1475"/>
          <ac:spMkLst>
            <pc:docMk/>
            <pc:sldMk cId="3402357898" sldId="1410"/>
            <ac:spMk id="10" creationId="{C4B3F386-8AB7-CA07-5EDC-55A9594D7921}"/>
          </ac:spMkLst>
        </pc:spChg>
        <pc:spChg chg="add mod">
          <ac:chgData name="Daniel Agbogidi" userId="e0f5edde3173dd4e" providerId="LiveId" clId="{502729D8-E8FF-4FF0-9DC9-E8882DDD285A}" dt="2026-10-06T03:40:39.434" v="1489"/>
          <ac:spMkLst>
            <pc:docMk/>
            <pc:sldMk cId="3402357898" sldId="1410"/>
            <ac:spMk id="11" creationId="{DEC7DE38-A8A2-2C73-36D5-E07D096BB5A5}"/>
          </ac:spMkLst>
        </pc:spChg>
        <pc:spChg chg="add mod">
          <ac:chgData name="Daniel Agbogidi" userId="e0f5edde3173dd4e" providerId="LiveId" clId="{502729D8-E8FF-4FF0-9DC9-E8882DDD285A}" dt="2026-10-06T03:40:39.495" v="1515" actId="948"/>
          <ac:spMkLst>
            <pc:docMk/>
            <pc:sldMk cId="3402357898" sldId="1410"/>
            <ac:spMk id="12" creationId="{CA75A2E7-737C-752D-C8E8-EFA31708E241}"/>
          </ac:spMkLst>
        </pc:spChg>
        <pc:picChg chg="add mod ord">
          <ac:chgData name="Daniel Agbogidi" userId="e0f5edde3173dd4e" providerId="LiveId" clId="{502729D8-E8FF-4FF0-9DC9-E8882DDD285A}" dt="2026-10-06T04:37:00.918" v="2559" actId="931"/>
          <ac:picMkLst>
            <pc:docMk/>
            <pc:sldMk cId="3402357898" sldId="1410"/>
            <ac:picMk id="14" creationId="{B34BBED6-EB8D-6F68-9919-48969E77F5B5}"/>
          </ac:picMkLst>
        </pc:picChg>
      </pc:sldChg>
      <pc:sldChg chg="addSp delSp modSp add mod ord modNotes">
        <pc:chgData name="Daniel Agbogidi" userId="e0f5edde3173dd4e" providerId="LiveId" clId="{502729D8-E8FF-4FF0-9DC9-E8882DDD285A}" dt="2026-10-06T04:43:10.911" v="2565" actId="931"/>
        <pc:sldMkLst>
          <pc:docMk/>
          <pc:sldMk cId="428993364" sldId="1411"/>
        </pc:sldMkLst>
        <pc:spChg chg="mod">
          <ac:chgData name="Daniel Agbogidi" userId="e0f5edde3173dd4e" providerId="LiveId" clId="{502729D8-E8FF-4FF0-9DC9-E8882DDD285A}" dt="2026-10-06T03:40:39.547" v="1518" actId="20577"/>
          <ac:spMkLst>
            <pc:docMk/>
            <pc:sldMk cId="428993364" sldId="1411"/>
            <ac:spMk id="2" creationId="{F2183520-18E8-7872-4097-0BF204B2D818}"/>
          </ac:spMkLst>
        </pc:spChg>
        <pc:spChg chg="del">
          <ac:chgData name="Daniel Agbogidi" userId="e0f5edde3173dd4e" providerId="LiveId" clId="{502729D8-E8FF-4FF0-9DC9-E8882DDD285A}" dt="2026-10-06T04:37:37.570" v="2560" actId="931"/>
          <ac:spMkLst>
            <pc:docMk/>
            <pc:sldMk cId="428993364" sldId="1411"/>
            <ac:spMk id="3" creationId="{B2D487C6-E7DC-10A6-0546-572E32352CAB}"/>
          </ac:spMkLst>
        </pc:spChg>
        <pc:spChg chg="add mod">
          <ac:chgData name="Daniel Agbogidi" userId="e0f5edde3173dd4e" providerId="LiveId" clId="{502729D8-E8FF-4FF0-9DC9-E8882DDD285A}" dt="2026-10-06T03:40:39.606" v="1544" actId="948"/>
          <ac:spMkLst>
            <pc:docMk/>
            <pc:sldMk cId="428993364" sldId="1411"/>
            <ac:spMk id="4" creationId="{F85B083C-A0C9-7956-D4C1-79223026B309}"/>
          </ac:spMkLst>
        </pc:spChg>
        <pc:spChg chg="add mod">
          <ac:chgData name="Daniel Agbogidi" userId="e0f5edde3173dd4e" providerId="LiveId" clId="{502729D8-E8FF-4FF0-9DC9-E8882DDD285A}" dt="2026-10-06T03:40:39.622" v="1549"/>
          <ac:spMkLst>
            <pc:docMk/>
            <pc:sldMk cId="428993364" sldId="1411"/>
            <ac:spMk id="5" creationId="{B46A40F7-5783-F91B-BB49-D9AD0B09613B}"/>
          </ac:spMkLst>
        </pc:spChg>
        <pc:spChg chg="add mod">
          <ac:chgData name="Daniel Agbogidi" userId="e0f5edde3173dd4e" providerId="LiveId" clId="{502729D8-E8FF-4FF0-9DC9-E8882DDD285A}" dt="2026-10-06T03:40:39.664" v="1563"/>
          <ac:spMkLst>
            <pc:docMk/>
            <pc:sldMk cId="428993364" sldId="1411"/>
            <ac:spMk id="6" creationId="{5F2D5E27-E354-D081-037B-133C5FF6209A}"/>
          </ac:spMkLst>
        </pc:spChg>
        <pc:spChg chg="add mod">
          <ac:chgData name="Daniel Agbogidi" userId="e0f5edde3173dd4e" providerId="LiveId" clId="{502729D8-E8FF-4FF0-9DC9-E8882DDD285A}" dt="2026-10-06T03:40:39.696" v="1584" actId="948"/>
          <ac:spMkLst>
            <pc:docMk/>
            <pc:sldMk cId="428993364" sldId="1411"/>
            <ac:spMk id="7" creationId="{2C6AC5F0-5241-F22D-D29C-467E7B4D65CA}"/>
          </ac:spMkLst>
        </pc:spChg>
        <pc:spChg chg="add mod">
          <ac:chgData name="Daniel Agbogidi" userId="e0f5edde3173dd4e" providerId="LiveId" clId="{502729D8-E8FF-4FF0-9DC9-E8882DDD285A}" dt="2026-10-06T03:40:39.722" v="1589"/>
          <ac:spMkLst>
            <pc:docMk/>
            <pc:sldMk cId="428993364" sldId="1411"/>
            <ac:spMk id="8" creationId="{2BB0CEF4-55D7-11F0-1E2D-9D3DB0CB2E84}"/>
          </ac:spMkLst>
        </pc:spChg>
        <pc:spChg chg="add mod">
          <ac:chgData name="Daniel Agbogidi" userId="e0f5edde3173dd4e" providerId="LiveId" clId="{502729D8-E8FF-4FF0-9DC9-E8882DDD285A}" dt="2026-10-06T03:40:39.757" v="1603"/>
          <ac:spMkLst>
            <pc:docMk/>
            <pc:sldMk cId="428993364" sldId="1411"/>
            <ac:spMk id="9" creationId="{E3FCE04B-ED23-E7BE-2E26-B24CA396B192}"/>
          </ac:spMkLst>
        </pc:spChg>
        <pc:spChg chg="add mod">
          <ac:chgData name="Daniel Agbogidi" userId="e0f5edde3173dd4e" providerId="LiveId" clId="{502729D8-E8FF-4FF0-9DC9-E8882DDD285A}" dt="2026-10-06T03:40:39.803" v="1624" actId="948"/>
          <ac:spMkLst>
            <pc:docMk/>
            <pc:sldMk cId="428993364" sldId="1411"/>
            <ac:spMk id="10" creationId="{26A3BFA5-7FBF-8492-F13A-80428B01B056}"/>
          </ac:spMkLst>
        </pc:spChg>
        <pc:spChg chg="add mod">
          <ac:chgData name="Daniel Agbogidi" userId="e0f5edde3173dd4e" providerId="LiveId" clId="{502729D8-E8FF-4FF0-9DC9-E8882DDD285A}" dt="2026-10-06T03:40:39.822" v="1629"/>
          <ac:spMkLst>
            <pc:docMk/>
            <pc:sldMk cId="428993364" sldId="1411"/>
            <ac:spMk id="11" creationId="{DE12BF88-C9A7-4080-5792-9D258E8E04AA}"/>
          </ac:spMkLst>
        </pc:spChg>
        <pc:spChg chg="add mod">
          <ac:chgData name="Daniel Agbogidi" userId="e0f5edde3173dd4e" providerId="LiveId" clId="{502729D8-E8FF-4FF0-9DC9-E8882DDD285A}" dt="2026-10-06T03:40:39.864" v="1643"/>
          <ac:spMkLst>
            <pc:docMk/>
            <pc:sldMk cId="428993364" sldId="1411"/>
            <ac:spMk id="12" creationId="{97E953A6-8900-CD21-E460-47C92F051902}"/>
          </ac:spMkLst>
        </pc:spChg>
        <pc:spChg chg="add mod">
          <ac:chgData name="Daniel Agbogidi" userId="e0f5edde3173dd4e" providerId="LiveId" clId="{502729D8-E8FF-4FF0-9DC9-E8882DDD285A}" dt="2026-10-06T03:40:39.915" v="1664" actId="948"/>
          <ac:spMkLst>
            <pc:docMk/>
            <pc:sldMk cId="428993364" sldId="1411"/>
            <ac:spMk id="13" creationId="{96F4E0E1-0FB8-965A-434E-83BA98C0F47B}"/>
          </ac:spMkLst>
        </pc:spChg>
        <pc:spChg chg="add del mod">
          <ac:chgData name="Daniel Agbogidi" userId="e0f5edde3173dd4e" providerId="LiveId" clId="{502729D8-E8FF-4FF0-9DC9-E8882DDD285A}" dt="2026-10-06T04:43:10.911" v="2565" actId="931"/>
          <ac:spMkLst>
            <pc:docMk/>
            <pc:sldMk cId="428993364" sldId="1411"/>
            <ac:spMk id="17" creationId="{A5585821-658D-9EA8-2272-76B7D1220DF5}"/>
          </ac:spMkLst>
        </pc:spChg>
        <pc:picChg chg="add del mod ord">
          <ac:chgData name="Daniel Agbogidi" userId="e0f5edde3173dd4e" providerId="LiveId" clId="{502729D8-E8FF-4FF0-9DC9-E8882DDD285A}" dt="2026-10-06T04:38:04.467" v="2561" actId="478"/>
          <ac:picMkLst>
            <pc:docMk/>
            <pc:sldMk cId="428993364" sldId="1411"/>
            <ac:picMk id="15" creationId="{34CC881D-8696-4B76-94B1-96B9BC1D832D}"/>
          </ac:picMkLst>
        </pc:picChg>
        <pc:picChg chg="add mod ord">
          <ac:chgData name="Daniel Agbogidi" userId="e0f5edde3173dd4e" providerId="LiveId" clId="{502729D8-E8FF-4FF0-9DC9-E8882DDD285A}" dt="2026-10-06T04:43:10.911" v="2565" actId="931"/>
          <ac:picMkLst>
            <pc:docMk/>
            <pc:sldMk cId="428993364" sldId="1411"/>
            <ac:picMk id="19" creationId="{82E58674-D8D5-A5C9-DB35-A8575C12DF29}"/>
          </ac:picMkLst>
        </pc:picChg>
      </pc:sldChg>
      <pc:sldChg chg="addSp modSp add mod ord modNotes">
        <pc:chgData name="Daniel Agbogidi" userId="e0f5edde3173dd4e" providerId="LiveId" clId="{502729D8-E8FF-4FF0-9DC9-E8882DDD285A}" dt="2026-10-06T03:40:43.182" v="2548"/>
        <pc:sldMkLst>
          <pc:docMk/>
          <pc:sldMk cId="2765256067" sldId="1412"/>
        </pc:sldMkLst>
        <pc:spChg chg="mod">
          <ac:chgData name="Daniel Agbogidi" userId="e0f5edde3173dd4e" providerId="LiveId" clId="{502729D8-E8FF-4FF0-9DC9-E8882DDD285A}" dt="2026-10-06T03:40:39.945" v="1667" actId="20577"/>
          <ac:spMkLst>
            <pc:docMk/>
            <pc:sldMk cId="2765256067" sldId="1412"/>
            <ac:spMk id="2" creationId="{21C0ECDD-CA82-1EC1-91B2-C08A288DA4A8}"/>
          </ac:spMkLst>
        </pc:spChg>
        <pc:spChg chg="add mod">
          <ac:chgData name="Daniel Agbogidi" userId="e0f5edde3173dd4e" providerId="LiveId" clId="{502729D8-E8FF-4FF0-9DC9-E8882DDD285A}" dt="2026-10-06T03:40:39.976" v="1678"/>
          <ac:spMkLst>
            <pc:docMk/>
            <pc:sldMk cId="2765256067" sldId="1412"/>
            <ac:spMk id="3" creationId="{9AD6C85F-F19D-1B1D-6D1B-6B0034FABF27}"/>
          </ac:spMkLst>
        </pc:spChg>
        <pc:spChg chg="add mod">
          <ac:chgData name="Daniel Agbogidi" userId="e0f5edde3173dd4e" providerId="LiveId" clId="{502729D8-E8FF-4FF0-9DC9-E8882DDD285A}" dt="2026-10-06T03:40:40.007" v="1692"/>
          <ac:spMkLst>
            <pc:docMk/>
            <pc:sldMk cId="2765256067" sldId="1412"/>
            <ac:spMk id="4" creationId="{1634D152-3B68-A7FC-6C7E-30F7CF9AB245}"/>
          </ac:spMkLst>
        </pc:spChg>
        <pc:spChg chg="add mod">
          <ac:chgData name="Daniel Agbogidi" userId="e0f5edde3173dd4e" providerId="LiveId" clId="{502729D8-E8FF-4FF0-9DC9-E8882DDD285A}" dt="2026-10-06T03:40:40.074" v="1718" actId="948"/>
          <ac:spMkLst>
            <pc:docMk/>
            <pc:sldMk cId="2765256067" sldId="1412"/>
            <ac:spMk id="5" creationId="{10A13AF0-E1EF-D376-F6F2-A0420D5D989F}"/>
          </ac:spMkLst>
        </pc:spChg>
        <pc:spChg chg="add mod">
          <ac:chgData name="Daniel Agbogidi" userId="e0f5edde3173dd4e" providerId="LiveId" clId="{502729D8-E8FF-4FF0-9DC9-E8882DDD285A}" dt="2026-10-06T03:40:40.114" v="1729"/>
          <ac:spMkLst>
            <pc:docMk/>
            <pc:sldMk cId="2765256067" sldId="1412"/>
            <ac:spMk id="6" creationId="{9334D1DB-1B81-B084-388F-FEBDD5B6ECFB}"/>
          </ac:spMkLst>
        </pc:spChg>
        <pc:spChg chg="add mod">
          <ac:chgData name="Daniel Agbogidi" userId="e0f5edde3173dd4e" providerId="LiveId" clId="{502729D8-E8FF-4FF0-9DC9-E8882DDD285A}" dt="2026-10-06T03:40:40.152" v="1743"/>
          <ac:spMkLst>
            <pc:docMk/>
            <pc:sldMk cId="2765256067" sldId="1412"/>
            <ac:spMk id="7" creationId="{49B3434B-FC16-9FA5-A53A-DFF710FB4BFD}"/>
          </ac:spMkLst>
        </pc:spChg>
        <pc:spChg chg="add mod">
          <ac:chgData name="Daniel Agbogidi" userId="e0f5edde3173dd4e" providerId="LiveId" clId="{502729D8-E8FF-4FF0-9DC9-E8882DDD285A}" dt="2026-10-06T03:40:40.225" v="1769" actId="948"/>
          <ac:spMkLst>
            <pc:docMk/>
            <pc:sldMk cId="2765256067" sldId="1412"/>
            <ac:spMk id="8" creationId="{2935DAE8-BE9C-551D-5235-8423686CB14F}"/>
          </ac:spMkLst>
        </pc:spChg>
        <pc:spChg chg="add mod">
          <ac:chgData name="Daniel Agbogidi" userId="e0f5edde3173dd4e" providerId="LiveId" clId="{502729D8-E8FF-4FF0-9DC9-E8882DDD285A}" dt="2026-10-06T03:40:40.262" v="1780"/>
          <ac:spMkLst>
            <pc:docMk/>
            <pc:sldMk cId="2765256067" sldId="1412"/>
            <ac:spMk id="9" creationId="{6403D6CB-C11B-DDF0-1F7A-B5387F81DBB2}"/>
          </ac:spMkLst>
        </pc:spChg>
        <pc:spChg chg="add mod">
          <ac:chgData name="Daniel Agbogidi" userId="e0f5edde3173dd4e" providerId="LiveId" clId="{502729D8-E8FF-4FF0-9DC9-E8882DDD285A}" dt="2026-10-06T03:40:40.297" v="1794"/>
          <ac:spMkLst>
            <pc:docMk/>
            <pc:sldMk cId="2765256067" sldId="1412"/>
            <ac:spMk id="10" creationId="{EF1EB516-0D99-9F8C-7503-3A454D2106A0}"/>
          </ac:spMkLst>
        </pc:spChg>
        <pc:spChg chg="add mod">
          <ac:chgData name="Daniel Agbogidi" userId="e0f5edde3173dd4e" providerId="LiveId" clId="{502729D8-E8FF-4FF0-9DC9-E8882DDD285A}" dt="2026-10-06T03:40:40.377" v="1820" actId="948"/>
          <ac:spMkLst>
            <pc:docMk/>
            <pc:sldMk cId="2765256067" sldId="1412"/>
            <ac:spMk id="11" creationId="{9DF2B969-F8E0-CBCE-BF39-23E412FE2470}"/>
          </ac:spMkLst>
        </pc:spChg>
        <pc:spChg chg="add mod">
          <ac:chgData name="Daniel Agbogidi" userId="e0f5edde3173dd4e" providerId="LiveId" clId="{502729D8-E8FF-4FF0-9DC9-E8882DDD285A}" dt="2026-10-06T03:40:40.449" v="1831"/>
          <ac:spMkLst>
            <pc:docMk/>
            <pc:sldMk cId="2765256067" sldId="1412"/>
            <ac:spMk id="12" creationId="{0CC79795-74F7-ECCF-E5C5-415A7CE15B9D}"/>
          </ac:spMkLst>
        </pc:spChg>
        <pc:spChg chg="add mod">
          <ac:chgData name="Daniel Agbogidi" userId="e0f5edde3173dd4e" providerId="LiveId" clId="{502729D8-E8FF-4FF0-9DC9-E8882DDD285A}" dt="2026-10-06T03:40:40.484" v="1845"/>
          <ac:spMkLst>
            <pc:docMk/>
            <pc:sldMk cId="2765256067" sldId="1412"/>
            <ac:spMk id="13" creationId="{E9BEA09C-33E0-21CF-C138-79ABF49134D1}"/>
          </ac:spMkLst>
        </pc:spChg>
        <pc:spChg chg="add mod">
          <ac:chgData name="Daniel Agbogidi" userId="e0f5edde3173dd4e" providerId="LiveId" clId="{502729D8-E8FF-4FF0-9DC9-E8882DDD285A}" dt="2026-10-06T03:40:40.545" v="1871" actId="948"/>
          <ac:spMkLst>
            <pc:docMk/>
            <pc:sldMk cId="2765256067" sldId="1412"/>
            <ac:spMk id="14" creationId="{67D4CBFD-5238-9A93-D264-FD49C8AED585}"/>
          </ac:spMkLst>
        </pc:spChg>
        <pc:spChg chg="add mod">
          <ac:chgData name="Daniel Agbogidi" userId="e0f5edde3173dd4e" providerId="LiveId" clId="{502729D8-E8FF-4FF0-9DC9-E8882DDD285A}" dt="2026-10-06T03:40:40.582" v="1882"/>
          <ac:spMkLst>
            <pc:docMk/>
            <pc:sldMk cId="2765256067" sldId="1412"/>
            <ac:spMk id="15" creationId="{7A762E29-0797-26EF-1CC9-5B0077BEF17A}"/>
          </ac:spMkLst>
        </pc:spChg>
        <pc:spChg chg="add mod">
          <ac:chgData name="Daniel Agbogidi" userId="e0f5edde3173dd4e" providerId="LiveId" clId="{502729D8-E8FF-4FF0-9DC9-E8882DDD285A}" dt="2026-10-06T03:40:40.631" v="1896"/>
          <ac:spMkLst>
            <pc:docMk/>
            <pc:sldMk cId="2765256067" sldId="1412"/>
            <ac:spMk id="16" creationId="{C2511DE2-A4CF-E6F0-1984-E313B4E79EF2}"/>
          </ac:spMkLst>
        </pc:spChg>
        <pc:spChg chg="add mod">
          <ac:chgData name="Daniel Agbogidi" userId="e0f5edde3173dd4e" providerId="LiveId" clId="{502729D8-E8FF-4FF0-9DC9-E8882DDD285A}" dt="2026-10-06T03:40:40.690" v="1922" actId="948"/>
          <ac:spMkLst>
            <pc:docMk/>
            <pc:sldMk cId="2765256067" sldId="1412"/>
            <ac:spMk id="17" creationId="{59B96D13-C8DF-B571-1720-F619C2EC2152}"/>
          </ac:spMkLst>
        </pc:spChg>
        <pc:spChg chg="add mod">
          <ac:chgData name="Daniel Agbogidi" userId="e0f5edde3173dd4e" providerId="LiveId" clId="{502729D8-E8FF-4FF0-9DC9-E8882DDD285A}" dt="2026-10-06T03:40:40.719" v="1933"/>
          <ac:spMkLst>
            <pc:docMk/>
            <pc:sldMk cId="2765256067" sldId="1412"/>
            <ac:spMk id="18" creationId="{2EBB4833-ECA1-6745-3BE0-87E83A2B8E65}"/>
          </ac:spMkLst>
        </pc:spChg>
        <pc:spChg chg="add mod">
          <ac:chgData name="Daniel Agbogidi" userId="e0f5edde3173dd4e" providerId="LiveId" clId="{502729D8-E8FF-4FF0-9DC9-E8882DDD285A}" dt="2026-10-06T03:40:40.768" v="1947"/>
          <ac:spMkLst>
            <pc:docMk/>
            <pc:sldMk cId="2765256067" sldId="1412"/>
            <ac:spMk id="19" creationId="{FACF1E7F-A272-C980-25C6-906351D25941}"/>
          </ac:spMkLst>
        </pc:spChg>
        <pc:spChg chg="add mod">
          <ac:chgData name="Daniel Agbogidi" userId="e0f5edde3173dd4e" providerId="LiveId" clId="{502729D8-E8FF-4FF0-9DC9-E8882DDD285A}" dt="2026-10-06T03:40:40.836" v="1973" actId="948"/>
          <ac:spMkLst>
            <pc:docMk/>
            <pc:sldMk cId="2765256067" sldId="1412"/>
            <ac:spMk id="20" creationId="{16C83FE1-4A14-5B78-C5C2-67FAFCA04895}"/>
          </ac:spMkLst>
        </pc:spChg>
      </pc:sldChg>
      <pc:sldChg chg="addSp modSp add mod ord modNotes">
        <pc:chgData name="Daniel Agbogidi" userId="e0f5edde3173dd4e" providerId="LiveId" clId="{502729D8-E8FF-4FF0-9DC9-E8882DDD285A}" dt="2026-10-06T03:40:43.182" v="2549"/>
        <pc:sldMkLst>
          <pc:docMk/>
          <pc:sldMk cId="1883371053" sldId="1413"/>
        </pc:sldMkLst>
        <pc:spChg chg="add mod">
          <ac:chgData name="Daniel Agbogidi" userId="e0f5edde3173dd4e" providerId="LiveId" clId="{502729D8-E8FF-4FF0-9DC9-E8882DDD285A}" dt="2026-10-06T03:40:40.881" v="1985"/>
          <ac:spMkLst>
            <pc:docMk/>
            <pc:sldMk cId="1883371053" sldId="1413"/>
            <ac:spMk id="4" creationId="{11CB450A-25BD-9E0F-BBC5-997AE77E250B}"/>
          </ac:spMkLst>
        </pc:spChg>
        <pc:spChg chg="add mod">
          <ac:chgData name="Daniel Agbogidi" userId="e0f5edde3173dd4e" providerId="LiveId" clId="{502729D8-E8FF-4FF0-9DC9-E8882DDD285A}" dt="2026-10-06T03:40:40.928" v="2007"/>
          <ac:spMkLst>
            <pc:docMk/>
            <pc:sldMk cId="1883371053" sldId="1413"/>
            <ac:spMk id="5" creationId="{420DF7BF-07E6-482A-D509-2B5EC1274FBE}"/>
          </ac:spMkLst>
        </pc:spChg>
        <pc:spChg chg="add mod">
          <ac:chgData name="Daniel Agbogidi" userId="e0f5edde3173dd4e" providerId="LiveId" clId="{502729D8-E8FF-4FF0-9DC9-E8882DDD285A}" dt="2026-10-06T03:40:40.969" v="2028" actId="948"/>
          <ac:spMkLst>
            <pc:docMk/>
            <pc:sldMk cId="1883371053" sldId="1413"/>
            <ac:spMk id="6" creationId="{8178CE32-95BD-0101-E758-DDED66444066}"/>
          </ac:spMkLst>
        </pc:spChg>
        <pc:spChg chg="add mod">
          <ac:chgData name="Daniel Agbogidi" userId="e0f5edde3173dd4e" providerId="LiveId" clId="{502729D8-E8FF-4FF0-9DC9-E8882DDD285A}" dt="2026-10-06T03:40:41.181" v="2071" actId="948"/>
          <ac:spMkLst>
            <pc:docMk/>
            <pc:sldMk cId="1883371053" sldId="1413"/>
            <ac:spMk id="7" creationId="{C7597AB4-C3E1-1DC3-B36C-2D059353EF75}"/>
          </ac:spMkLst>
        </pc:spChg>
        <pc:spChg chg="add mod">
          <ac:chgData name="Daniel Agbogidi" userId="e0f5edde3173dd4e" providerId="LiveId" clId="{502729D8-E8FF-4FF0-9DC9-E8882DDD285A}" dt="2026-10-06T03:40:41.195" v="2076"/>
          <ac:spMkLst>
            <pc:docMk/>
            <pc:sldMk cId="1883371053" sldId="1413"/>
            <ac:spMk id="8" creationId="{84FB6628-CDD6-BDC9-BEEC-669530B6EE70}"/>
          </ac:spMkLst>
        </pc:spChg>
        <pc:spChg chg="add mod">
          <ac:chgData name="Daniel Agbogidi" userId="e0f5edde3173dd4e" providerId="LiveId" clId="{502729D8-E8FF-4FF0-9DC9-E8882DDD285A}" dt="2026-10-06T03:40:41.257" v="2097" actId="948"/>
          <ac:spMkLst>
            <pc:docMk/>
            <pc:sldMk cId="1883371053" sldId="1413"/>
            <ac:spMk id="9" creationId="{2682DB46-54DF-7C56-A40F-E52FC11FE77C}"/>
          </ac:spMkLst>
        </pc:spChg>
        <pc:picChg chg="add mod">
          <ac:chgData name="Daniel Agbogidi" userId="e0f5edde3173dd4e" providerId="LiveId" clId="{502729D8-E8FF-4FF0-9DC9-E8882DDD285A}" dt="2026-10-06T03:40:40.873" v="1980"/>
          <ac:picMkLst>
            <pc:docMk/>
            <pc:sldMk cId="1883371053" sldId="1413"/>
            <ac:picMk id="3" creationId="{2286AFCB-308C-E24A-302E-290DCEC422D4}"/>
          </ac:picMkLst>
        </pc:picChg>
      </pc:sldChg>
      <pc:sldChg chg="addSp delSp modSp add mod ord modNotes">
        <pc:chgData name="Daniel Agbogidi" userId="e0f5edde3173dd4e" providerId="LiveId" clId="{502729D8-E8FF-4FF0-9DC9-E8882DDD285A}" dt="2026-10-06T04:39:03.371" v="2562" actId="931"/>
        <pc:sldMkLst>
          <pc:docMk/>
          <pc:sldMk cId="737831248" sldId="1414"/>
        </pc:sldMkLst>
        <pc:spChg chg="mod">
          <ac:chgData name="Daniel Agbogidi" userId="e0f5edde3173dd4e" providerId="LiveId" clId="{502729D8-E8FF-4FF0-9DC9-E8882DDD285A}" dt="2026-10-06T03:40:41.288" v="2100" actId="20577"/>
          <ac:spMkLst>
            <pc:docMk/>
            <pc:sldMk cId="737831248" sldId="1414"/>
            <ac:spMk id="2" creationId="{FA7C9A83-F947-3D7D-13CF-B0C90312EFA3}"/>
          </ac:spMkLst>
        </pc:spChg>
        <pc:spChg chg="del">
          <ac:chgData name="Daniel Agbogidi" userId="e0f5edde3173dd4e" providerId="LiveId" clId="{502729D8-E8FF-4FF0-9DC9-E8882DDD285A}" dt="2026-10-06T04:39:03.371" v="2562" actId="931"/>
          <ac:spMkLst>
            <pc:docMk/>
            <pc:sldMk cId="737831248" sldId="1414"/>
            <ac:spMk id="3" creationId="{62E1C63E-7AC6-992E-0D13-2CCFCF9A6128}"/>
          </ac:spMkLst>
        </pc:spChg>
        <pc:spChg chg="add mod">
          <ac:chgData name="Daniel Agbogidi" userId="e0f5edde3173dd4e" providerId="LiveId" clId="{502729D8-E8FF-4FF0-9DC9-E8882DDD285A}" dt="2026-10-06T03:40:41.342" v="2121" actId="948"/>
          <ac:spMkLst>
            <pc:docMk/>
            <pc:sldMk cId="737831248" sldId="1414"/>
            <ac:spMk id="4" creationId="{CFFE1EAC-0258-6230-12A3-5151FC67BEB8}"/>
          </ac:spMkLst>
        </pc:spChg>
        <pc:picChg chg="add mod ord">
          <ac:chgData name="Daniel Agbogidi" userId="e0f5edde3173dd4e" providerId="LiveId" clId="{502729D8-E8FF-4FF0-9DC9-E8882DDD285A}" dt="2026-10-06T04:39:03.371" v="2562" actId="931"/>
          <ac:picMkLst>
            <pc:docMk/>
            <pc:sldMk cId="737831248" sldId="1414"/>
            <ac:picMk id="6" creationId="{4D35C3CD-7430-1E3F-B375-FF728268A66E}"/>
          </ac:picMkLst>
        </pc:picChg>
      </pc:sldChg>
      <pc:sldChg chg="addSp delSp modSp add mod ord modNotes">
        <pc:chgData name="Daniel Agbogidi" userId="e0f5edde3173dd4e" providerId="LiveId" clId="{502729D8-E8FF-4FF0-9DC9-E8882DDD285A}" dt="2026-10-06T04:39:15.968" v="2563" actId="931"/>
        <pc:sldMkLst>
          <pc:docMk/>
          <pc:sldMk cId="1869287302" sldId="1415"/>
        </pc:sldMkLst>
        <pc:spChg chg="mod">
          <ac:chgData name="Daniel Agbogidi" userId="e0f5edde3173dd4e" providerId="LiveId" clId="{502729D8-E8FF-4FF0-9DC9-E8882DDD285A}" dt="2026-10-06T03:40:41.358" v="2124" actId="20577"/>
          <ac:spMkLst>
            <pc:docMk/>
            <pc:sldMk cId="1869287302" sldId="1415"/>
            <ac:spMk id="2" creationId="{9BA3B224-88E2-F769-410F-3080A268EAB4}"/>
          </ac:spMkLst>
        </pc:spChg>
        <pc:spChg chg="del">
          <ac:chgData name="Daniel Agbogidi" userId="e0f5edde3173dd4e" providerId="LiveId" clId="{502729D8-E8FF-4FF0-9DC9-E8882DDD285A}" dt="2026-10-06T04:39:15.968" v="2563" actId="931"/>
          <ac:spMkLst>
            <pc:docMk/>
            <pc:sldMk cId="1869287302" sldId="1415"/>
            <ac:spMk id="3" creationId="{EDC56D33-276C-F4A7-9558-48853D5D7ADB}"/>
          </ac:spMkLst>
        </pc:spChg>
        <pc:spChg chg="add mod">
          <ac:chgData name="Daniel Agbogidi" userId="e0f5edde3173dd4e" providerId="LiveId" clId="{502729D8-E8FF-4FF0-9DC9-E8882DDD285A}" dt="2026-10-06T03:40:41.422" v="2148" actId="947"/>
          <ac:spMkLst>
            <pc:docMk/>
            <pc:sldMk cId="1869287302" sldId="1415"/>
            <ac:spMk id="4" creationId="{48B59274-C080-9A1A-2231-FAFAAA4C80A8}"/>
          </ac:spMkLst>
        </pc:spChg>
        <pc:spChg chg="add mod">
          <ac:chgData name="Daniel Agbogidi" userId="e0f5edde3173dd4e" providerId="LiveId" clId="{502729D8-E8FF-4FF0-9DC9-E8882DDD285A}" dt="2026-10-06T03:40:41.464" v="2159"/>
          <ac:spMkLst>
            <pc:docMk/>
            <pc:sldMk cId="1869287302" sldId="1415"/>
            <ac:spMk id="5" creationId="{999429D7-940F-29E4-C9A1-9DE2E5D17663}"/>
          </ac:spMkLst>
        </pc:spChg>
        <pc:spChg chg="add mod">
          <ac:chgData name="Daniel Agbogidi" userId="e0f5edde3173dd4e" providerId="LiveId" clId="{502729D8-E8FF-4FF0-9DC9-E8882DDD285A}" dt="2026-10-06T03:40:41.513" v="2183" actId="947"/>
          <ac:spMkLst>
            <pc:docMk/>
            <pc:sldMk cId="1869287302" sldId="1415"/>
            <ac:spMk id="6" creationId="{5A846866-C385-19B9-06DE-9094C9819D39}"/>
          </ac:spMkLst>
        </pc:spChg>
        <pc:spChg chg="add mod">
          <ac:chgData name="Daniel Agbogidi" userId="e0f5edde3173dd4e" providerId="LiveId" clId="{502729D8-E8FF-4FF0-9DC9-E8882DDD285A}" dt="2026-10-06T03:40:41.536" v="2188"/>
          <ac:spMkLst>
            <pc:docMk/>
            <pc:sldMk cId="1869287302" sldId="1415"/>
            <ac:spMk id="7" creationId="{3FA50037-C1B9-5A81-7EB3-4EA917641BC7}"/>
          </ac:spMkLst>
        </pc:spChg>
        <pc:spChg chg="add mod">
          <ac:chgData name="Daniel Agbogidi" userId="e0f5edde3173dd4e" providerId="LiveId" clId="{502729D8-E8FF-4FF0-9DC9-E8882DDD285A}" dt="2026-10-06T03:40:41.626" v="2212" actId="947"/>
          <ac:spMkLst>
            <pc:docMk/>
            <pc:sldMk cId="1869287302" sldId="1415"/>
            <ac:spMk id="8" creationId="{24A53481-0384-6BC4-A0C3-C9735E51ACBF}"/>
          </ac:spMkLst>
        </pc:spChg>
        <pc:spChg chg="add mod">
          <ac:chgData name="Daniel Agbogidi" userId="e0f5edde3173dd4e" providerId="LiveId" clId="{502729D8-E8FF-4FF0-9DC9-E8882DDD285A}" dt="2026-10-06T03:40:41.681" v="2233" actId="948"/>
          <ac:spMkLst>
            <pc:docMk/>
            <pc:sldMk cId="1869287302" sldId="1415"/>
            <ac:spMk id="9" creationId="{60A8CF11-756F-71CC-AE89-974E525446BE}"/>
          </ac:spMkLst>
        </pc:spChg>
        <pc:picChg chg="add mod ord">
          <ac:chgData name="Daniel Agbogidi" userId="e0f5edde3173dd4e" providerId="LiveId" clId="{502729D8-E8FF-4FF0-9DC9-E8882DDD285A}" dt="2026-10-06T04:39:15.968" v="2563" actId="931"/>
          <ac:picMkLst>
            <pc:docMk/>
            <pc:sldMk cId="1869287302" sldId="1415"/>
            <ac:picMk id="11" creationId="{4E824582-241F-F058-3D9E-7CCC86E88B42}"/>
          </ac:picMkLst>
        </pc:picChg>
      </pc:sldChg>
      <pc:sldChg chg="addSp delSp modSp add mod ord modNotes">
        <pc:chgData name="Daniel Agbogidi" userId="e0f5edde3173dd4e" providerId="LiveId" clId="{502729D8-E8FF-4FF0-9DC9-E8882DDD285A}" dt="2026-10-06T04:39:47.796" v="2564" actId="931"/>
        <pc:sldMkLst>
          <pc:docMk/>
          <pc:sldMk cId="2392673711" sldId="1416"/>
        </pc:sldMkLst>
        <pc:spChg chg="mod">
          <ac:chgData name="Daniel Agbogidi" userId="e0f5edde3173dd4e" providerId="LiveId" clId="{502729D8-E8FF-4FF0-9DC9-E8882DDD285A}" dt="2026-10-06T03:40:41.714" v="2236" actId="20577"/>
          <ac:spMkLst>
            <pc:docMk/>
            <pc:sldMk cId="2392673711" sldId="1416"/>
            <ac:spMk id="2" creationId="{135FA846-4172-7438-CCDD-AAA00E01ECDA}"/>
          </ac:spMkLst>
        </pc:spChg>
        <pc:spChg chg="del">
          <ac:chgData name="Daniel Agbogidi" userId="e0f5edde3173dd4e" providerId="LiveId" clId="{502729D8-E8FF-4FF0-9DC9-E8882DDD285A}" dt="2026-10-06T04:39:47.796" v="2564" actId="931"/>
          <ac:spMkLst>
            <pc:docMk/>
            <pc:sldMk cId="2392673711" sldId="1416"/>
            <ac:spMk id="3" creationId="{C3D5C422-F75B-626E-BD46-13D4D44DF0BC}"/>
          </ac:spMkLst>
        </pc:spChg>
        <pc:spChg chg="add mod">
          <ac:chgData name="Daniel Agbogidi" userId="e0f5edde3173dd4e" providerId="LiveId" clId="{502729D8-E8FF-4FF0-9DC9-E8882DDD285A}" dt="2026-10-06T03:40:41.790" v="2257" actId="948"/>
          <ac:spMkLst>
            <pc:docMk/>
            <pc:sldMk cId="2392673711" sldId="1416"/>
            <ac:spMk id="4" creationId="{443CC809-2E0B-E22F-6BA7-2DBF48BB5299}"/>
          </ac:spMkLst>
        </pc:spChg>
        <pc:spChg chg="add mod">
          <ac:chgData name="Daniel Agbogidi" userId="e0f5edde3173dd4e" providerId="LiveId" clId="{502729D8-E8FF-4FF0-9DC9-E8882DDD285A}" dt="2026-10-06T03:40:41.843" v="2271"/>
          <ac:spMkLst>
            <pc:docMk/>
            <pc:sldMk cId="2392673711" sldId="1416"/>
            <ac:spMk id="5" creationId="{107A181A-74B6-B764-EA5E-88F0980C6BDA}"/>
          </ac:spMkLst>
        </pc:spChg>
        <pc:spChg chg="add mod">
          <ac:chgData name="Daniel Agbogidi" userId="e0f5edde3173dd4e" providerId="LiveId" clId="{502729D8-E8FF-4FF0-9DC9-E8882DDD285A}" dt="2026-10-06T03:40:41.897" v="2295" actId="947"/>
          <ac:spMkLst>
            <pc:docMk/>
            <pc:sldMk cId="2392673711" sldId="1416"/>
            <ac:spMk id="6" creationId="{2F48963F-D045-0B82-FCAD-4F485A13BF64}"/>
          </ac:spMkLst>
        </pc:spChg>
        <pc:spChg chg="add mod">
          <ac:chgData name="Daniel Agbogidi" userId="e0f5edde3173dd4e" providerId="LiveId" clId="{502729D8-E8FF-4FF0-9DC9-E8882DDD285A}" dt="2026-10-06T03:40:42.011" v="2309"/>
          <ac:spMkLst>
            <pc:docMk/>
            <pc:sldMk cId="2392673711" sldId="1416"/>
            <ac:spMk id="7" creationId="{2DC184E4-513E-1DBD-B7F4-F7FF2868AB82}"/>
          </ac:spMkLst>
        </pc:spChg>
        <pc:spChg chg="add mod">
          <ac:chgData name="Daniel Agbogidi" userId="e0f5edde3173dd4e" providerId="LiveId" clId="{502729D8-E8FF-4FF0-9DC9-E8882DDD285A}" dt="2026-10-06T03:40:42.076" v="2333" actId="947"/>
          <ac:spMkLst>
            <pc:docMk/>
            <pc:sldMk cId="2392673711" sldId="1416"/>
            <ac:spMk id="8" creationId="{7F270914-7927-BC64-F633-69CC06DAD191}"/>
          </ac:spMkLst>
        </pc:spChg>
        <pc:spChg chg="add mod">
          <ac:chgData name="Daniel Agbogidi" userId="e0f5edde3173dd4e" providerId="LiveId" clId="{502729D8-E8FF-4FF0-9DC9-E8882DDD285A}" dt="2026-10-06T03:40:42.116" v="2347"/>
          <ac:spMkLst>
            <pc:docMk/>
            <pc:sldMk cId="2392673711" sldId="1416"/>
            <ac:spMk id="9" creationId="{89406D0E-5F1C-F058-4835-2BD4C7D78A64}"/>
          </ac:spMkLst>
        </pc:spChg>
        <pc:spChg chg="add mod">
          <ac:chgData name="Daniel Agbogidi" userId="e0f5edde3173dd4e" providerId="LiveId" clId="{502729D8-E8FF-4FF0-9DC9-E8882DDD285A}" dt="2026-10-06T03:40:42.188" v="2371" actId="947"/>
          <ac:spMkLst>
            <pc:docMk/>
            <pc:sldMk cId="2392673711" sldId="1416"/>
            <ac:spMk id="10" creationId="{56523D8F-B66A-BB24-28FC-8E5E76D06D05}"/>
          </ac:spMkLst>
        </pc:spChg>
        <pc:spChg chg="add mod">
          <ac:chgData name="Daniel Agbogidi" userId="e0f5edde3173dd4e" providerId="LiveId" clId="{502729D8-E8FF-4FF0-9DC9-E8882DDD285A}" dt="2026-10-06T03:40:42.223" v="2376"/>
          <ac:spMkLst>
            <pc:docMk/>
            <pc:sldMk cId="2392673711" sldId="1416"/>
            <ac:spMk id="11" creationId="{21CA5649-0DD9-19A2-B4F5-1AE035BE18B9}"/>
          </ac:spMkLst>
        </pc:spChg>
        <pc:spChg chg="add mod">
          <ac:chgData name="Daniel Agbogidi" userId="e0f5edde3173dd4e" providerId="LiveId" clId="{502729D8-E8FF-4FF0-9DC9-E8882DDD285A}" dt="2026-10-06T03:40:42.336" v="2397" actId="948"/>
          <ac:spMkLst>
            <pc:docMk/>
            <pc:sldMk cId="2392673711" sldId="1416"/>
            <ac:spMk id="12" creationId="{F38A87C0-CF44-1F45-4C11-836ABE18B66D}"/>
          </ac:spMkLst>
        </pc:spChg>
        <pc:picChg chg="add mod ord">
          <ac:chgData name="Daniel Agbogidi" userId="e0f5edde3173dd4e" providerId="LiveId" clId="{502729D8-E8FF-4FF0-9DC9-E8882DDD285A}" dt="2026-10-06T04:39:47.796" v="2564" actId="931"/>
          <ac:picMkLst>
            <pc:docMk/>
            <pc:sldMk cId="2392673711" sldId="1416"/>
            <ac:picMk id="14" creationId="{92C9381E-973A-D114-AC82-5DDFB02873D2}"/>
          </ac:picMkLst>
        </pc:picChg>
      </pc:sldChg>
      <pc:sldChg chg="addSp delSp modSp add mod ord modNotes">
        <pc:chgData name="Daniel Agbogidi" userId="e0f5edde3173dd4e" providerId="LiveId" clId="{502729D8-E8FF-4FF0-9DC9-E8882DDD285A}" dt="2026-10-06T03:40:43.207" v="2555"/>
        <pc:sldMkLst>
          <pc:docMk/>
          <pc:sldMk cId="2107725626" sldId="1417"/>
        </pc:sldMkLst>
        <pc:spChg chg="mod">
          <ac:chgData name="Daniel Agbogidi" userId="e0f5edde3173dd4e" providerId="LiveId" clId="{502729D8-E8FF-4FF0-9DC9-E8882DDD285A}" dt="2026-10-06T03:40:42.386" v="2400" actId="20577"/>
          <ac:spMkLst>
            <pc:docMk/>
            <pc:sldMk cId="2107725626" sldId="1417"/>
            <ac:spMk id="2" creationId="{69E00816-187E-A3F7-FCB3-B750BD93058E}"/>
          </ac:spMkLst>
        </pc:spChg>
        <pc:spChg chg="del">
          <ac:chgData name="Daniel Agbogidi" userId="e0f5edde3173dd4e" providerId="LiveId" clId="{502729D8-E8FF-4FF0-9DC9-E8882DDD285A}" dt="2026-10-06T03:40:42.442" v="2402"/>
          <ac:spMkLst>
            <pc:docMk/>
            <pc:sldMk cId="2107725626" sldId="1417"/>
            <ac:spMk id="3" creationId="{FFB18A5D-EE0D-FBFE-D493-72C4506DE7B5}"/>
          </ac:spMkLst>
        </pc:spChg>
        <pc:spChg chg="add mod">
          <ac:chgData name="Daniel Agbogidi" userId="e0f5edde3173dd4e" providerId="LiveId" clId="{502729D8-E8FF-4FF0-9DC9-E8882DDD285A}" dt="2026-10-06T03:40:42.559" v="2428" actId="948"/>
          <ac:spMkLst>
            <pc:docMk/>
            <pc:sldMk cId="2107725626" sldId="1417"/>
            <ac:spMk id="4" creationId="{4333EECA-8E88-89B8-EBD0-E4C991E82177}"/>
          </ac:spMkLst>
        </pc:spChg>
        <pc:spChg chg="add mod">
          <ac:chgData name="Daniel Agbogidi" userId="e0f5edde3173dd4e" providerId="LiveId" clId="{502729D8-E8FF-4FF0-9DC9-E8882DDD285A}" dt="2026-10-06T03:40:42.586" v="2433"/>
          <ac:spMkLst>
            <pc:docMk/>
            <pc:sldMk cId="2107725626" sldId="1417"/>
            <ac:spMk id="5" creationId="{E1CEEDD1-9799-00B4-5CAE-B499D5756332}"/>
          </ac:spMkLst>
        </pc:spChg>
        <pc:spChg chg="add mod">
          <ac:chgData name="Daniel Agbogidi" userId="e0f5edde3173dd4e" providerId="LiveId" clId="{502729D8-E8FF-4FF0-9DC9-E8882DDD285A}" dt="2026-10-06T03:40:42.651" v="2459" actId="948"/>
          <ac:spMkLst>
            <pc:docMk/>
            <pc:sldMk cId="2107725626" sldId="1417"/>
            <ac:spMk id="8" creationId="{F58A11F3-7062-A87B-8929-96E368A82BD7}"/>
          </ac:spMkLst>
        </pc:spChg>
        <pc:picChg chg="add mod">
          <ac:chgData name="Daniel Agbogidi" userId="e0f5edde3173dd4e" providerId="LiveId" clId="{502729D8-E8FF-4FF0-9DC9-E8882DDD285A}" dt="2026-10-06T03:40:42.598" v="2438"/>
          <ac:picMkLst>
            <pc:docMk/>
            <pc:sldMk cId="2107725626" sldId="1417"/>
            <ac:picMk id="7" creationId="{9458DD9D-3B40-0F57-C026-779B3C5B8C69}"/>
          </ac:picMkLst>
        </pc:picChg>
      </pc:sldChg>
      <pc:sldMasterChg chg="setBg modSldLayout">
        <pc:chgData name="Daniel Agbogidi" userId="e0f5edde3173dd4e" providerId="LiveId" clId="{502729D8-E8FF-4FF0-9DC9-E8882DDD285A}" dt="2026-10-06T03:40:30.765" v="123"/>
        <pc:sldMasterMkLst>
          <pc:docMk/>
          <pc:sldMasterMk cId="1690936500" sldId="2147483648"/>
        </pc:sldMasterMkLst>
        <pc:sldLayoutChg chg="addSp delSp modSp mod">
          <pc:chgData name="Daniel Agbogidi" userId="e0f5edde3173dd4e" providerId="LiveId" clId="{502729D8-E8FF-4FF0-9DC9-E8882DDD285A}" dt="2026-10-06T03:40:29.965" v="30" actId="139"/>
          <pc:sldLayoutMkLst>
            <pc:docMk/>
            <pc:sldMasterMk cId="1690936500" sldId="2147483648"/>
            <pc:sldLayoutMk cId="537096806" sldId="2147483660"/>
          </pc:sldLayoutMkLst>
          <pc:spChg chg="del">
            <ac:chgData name="Daniel Agbogidi" userId="e0f5edde3173dd4e" providerId="LiveId" clId="{502729D8-E8FF-4FF0-9DC9-E8882DDD285A}" dt="2026-10-06T03:40:29.342" v="12"/>
            <ac:spMkLst>
              <pc:docMk/>
              <pc:sldMasterMk cId="1690936500" sldId="2147483648"/>
              <pc:sldLayoutMk cId="537096806" sldId="2147483660"/>
              <ac:spMk id="2" creationId="{99742974-CF57-7B3F-B9BD-3F9027737178}"/>
            </ac:spMkLst>
          </pc:spChg>
          <pc:spChg chg="del">
            <ac:chgData name="Daniel Agbogidi" userId="e0f5edde3173dd4e" providerId="LiveId" clId="{502729D8-E8FF-4FF0-9DC9-E8882DDD285A}" dt="2026-10-06T03:40:29.332" v="10"/>
            <ac:spMkLst>
              <pc:docMk/>
              <pc:sldMasterMk cId="1690936500" sldId="2147483648"/>
              <pc:sldLayoutMk cId="537096806" sldId="2147483660"/>
              <ac:spMk id="3" creationId="{157BED0B-FBC1-AA06-A292-1D0ED655866E}"/>
            </ac:spMkLst>
          </pc:spChg>
          <pc:spChg chg="del">
            <ac:chgData name="Daniel Agbogidi" userId="e0f5edde3173dd4e" providerId="LiveId" clId="{502729D8-E8FF-4FF0-9DC9-E8882DDD285A}" dt="2026-10-06T03:40:29.315" v="8"/>
            <ac:spMkLst>
              <pc:docMk/>
              <pc:sldMasterMk cId="1690936500" sldId="2147483648"/>
              <pc:sldLayoutMk cId="537096806" sldId="2147483660"/>
              <ac:spMk id="4" creationId="{EB25A86B-3C8E-22CC-97D4-6080E8AA1651}"/>
            </ac:spMkLst>
          </pc:spChg>
          <pc:spChg chg="del">
            <ac:chgData name="Daniel Agbogidi" userId="e0f5edde3173dd4e" providerId="LiveId" clId="{502729D8-E8FF-4FF0-9DC9-E8882DDD285A}" dt="2026-10-06T03:40:29.298" v="6"/>
            <ac:spMkLst>
              <pc:docMk/>
              <pc:sldMasterMk cId="1690936500" sldId="2147483648"/>
              <pc:sldLayoutMk cId="537096806" sldId="2147483660"/>
              <ac:spMk id="5" creationId="{D9C37EAF-3739-B7C6-7669-DE34802D8F7F}"/>
            </ac:spMkLst>
          </pc:spChg>
          <pc:spChg chg="add mod">
            <ac:chgData name="Daniel Agbogidi" userId="e0f5edde3173dd4e" providerId="LiveId" clId="{502729D8-E8FF-4FF0-9DC9-E8882DDD285A}" dt="2026-10-06T03:40:29.965" v="30" actId="139"/>
            <ac:spMkLst>
              <pc:docMk/>
              <pc:sldMasterMk cId="1690936500" sldId="2147483648"/>
              <pc:sldLayoutMk cId="537096806" sldId="2147483660"/>
              <ac:spMk id="6" creationId="{6D344396-C6CE-8969-1781-46362C7A378C}"/>
            </ac:spMkLst>
          </pc:spChg>
        </pc:sldLayoutChg>
        <pc:sldLayoutChg chg="addSp delSp modSp mod">
          <pc:chgData name="Daniel Agbogidi" userId="e0f5edde3173dd4e" providerId="LiveId" clId="{502729D8-E8FF-4FF0-9DC9-E8882DDD285A}" dt="2026-10-06T03:40:30.489" v="71" actId="207"/>
          <pc:sldLayoutMkLst>
            <pc:docMk/>
            <pc:sldMasterMk cId="1690936500" sldId="2147483648"/>
            <pc:sldLayoutMk cId="687324035" sldId="2147483661"/>
          </pc:sldLayoutMkLst>
          <pc:spChg chg="del">
            <ac:chgData name="Daniel Agbogidi" userId="e0f5edde3173dd4e" providerId="LiveId" clId="{502729D8-E8FF-4FF0-9DC9-E8882DDD285A}" dt="2026-10-06T03:40:30.030" v="38"/>
            <ac:spMkLst>
              <pc:docMk/>
              <pc:sldMasterMk cId="1690936500" sldId="2147483648"/>
              <pc:sldLayoutMk cId="687324035" sldId="2147483661"/>
              <ac:spMk id="2" creationId="{D8B9FBF2-FDA6-6AE3-7579-19E26F00FC94}"/>
            </ac:spMkLst>
          </pc:spChg>
          <pc:spChg chg="del">
            <ac:chgData name="Daniel Agbogidi" userId="e0f5edde3173dd4e" providerId="LiveId" clId="{502729D8-E8FF-4FF0-9DC9-E8882DDD285A}" dt="2026-10-06T03:40:30.022" v="36"/>
            <ac:spMkLst>
              <pc:docMk/>
              <pc:sldMasterMk cId="1690936500" sldId="2147483648"/>
              <pc:sldLayoutMk cId="687324035" sldId="2147483661"/>
              <ac:spMk id="3" creationId="{CC20C1A3-5EDA-E57D-C1FB-6AF1504D09E9}"/>
            </ac:spMkLst>
          </pc:spChg>
          <pc:spChg chg="del">
            <ac:chgData name="Daniel Agbogidi" userId="e0f5edde3173dd4e" providerId="LiveId" clId="{502729D8-E8FF-4FF0-9DC9-E8882DDD285A}" dt="2026-10-06T03:40:30.006" v="34"/>
            <ac:spMkLst>
              <pc:docMk/>
              <pc:sldMasterMk cId="1690936500" sldId="2147483648"/>
              <pc:sldLayoutMk cId="687324035" sldId="2147483661"/>
              <ac:spMk id="4" creationId="{5CC6CB4C-9CF4-3A3E-CDD0-CC78BD25C7AD}"/>
            </ac:spMkLst>
          </pc:spChg>
          <pc:spChg chg="del">
            <ac:chgData name="Daniel Agbogidi" userId="e0f5edde3173dd4e" providerId="LiveId" clId="{502729D8-E8FF-4FF0-9DC9-E8882DDD285A}" dt="2026-10-06T03:40:29.998" v="32"/>
            <ac:spMkLst>
              <pc:docMk/>
              <pc:sldMasterMk cId="1690936500" sldId="2147483648"/>
              <pc:sldLayoutMk cId="687324035" sldId="2147483661"/>
              <ac:spMk id="5" creationId="{39E1FFD4-8126-4D55-A685-F678D4826DD3}"/>
            </ac:spMkLst>
          </pc:spChg>
          <pc:spChg chg="add mod">
            <ac:chgData name="Daniel Agbogidi" userId="e0f5edde3173dd4e" providerId="LiveId" clId="{502729D8-E8FF-4FF0-9DC9-E8882DDD285A}" dt="2026-10-06T03:40:30.215" v="56" actId="139"/>
            <ac:spMkLst>
              <pc:docMk/>
              <pc:sldMasterMk cId="1690936500" sldId="2147483648"/>
              <pc:sldLayoutMk cId="687324035" sldId="2147483661"/>
              <ac:spMk id="6" creationId="{59D2D60B-45CE-2204-B3C7-07E37831505F}"/>
            </ac:spMkLst>
          </pc:spChg>
          <pc:spChg chg="add mod">
            <ac:chgData name="Daniel Agbogidi" userId="e0f5edde3173dd4e" providerId="LiveId" clId="{502729D8-E8FF-4FF0-9DC9-E8882DDD285A}" dt="2026-10-06T03:40:30.386" v="61"/>
            <ac:spMkLst>
              <pc:docMk/>
              <pc:sldMasterMk cId="1690936500" sldId="2147483648"/>
              <pc:sldLayoutMk cId="687324035" sldId="2147483661"/>
              <ac:spMk id="7" creationId="{46CD8774-735C-AF6E-1F54-D1BE4768D72A}"/>
            </ac:spMkLst>
          </pc:spChg>
          <pc:spChg chg="add mod">
            <ac:chgData name="Daniel Agbogidi" userId="e0f5edde3173dd4e" providerId="LiveId" clId="{502729D8-E8FF-4FF0-9DC9-E8882DDD285A}" dt="2026-10-06T03:40:30.489" v="71" actId="207"/>
            <ac:spMkLst>
              <pc:docMk/>
              <pc:sldMasterMk cId="1690936500" sldId="2147483648"/>
              <pc:sldLayoutMk cId="687324035" sldId="2147483661"/>
              <ac:spMk id="8" creationId="{21B91663-4E76-86EE-09A7-13CE4278245B}"/>
            </ac:spMkLst>
          </pc:spChg>
        </pc:sldLayoutChg>
        <pc:sldLayoutChg chg="addSp delSp modSp mod setBg">
          <pc:chgData name="Daniel Agbogidi" userId="e0f5edde3173dd4e" providerId="LiveId" clId="{502729D8-E8FF-4FF0-9DC9-E8882DDD285A}" dt="2026-10-06T03:40:30.745" v="115" actId="207"/>
          <pc:sldLayoutMkLst>
            <pc:docMk/>
            <pc:sldMasterMk cId="1690936500" sldId="2147483648"/>
            <pc:sldLayoutMk cId="3740845030" sldId="2147483662"/>
          </pc:sldLayoutMkLst>
          <pc:spChg chg="del">
            <ac:chgData name="Daniel Agbogidi" userId="e0f5edde3173dd4e" providerId="LiveId" clId="{502729D8-E8FF-4FF0-9DC9-E8882DDD285A}" dt="2026-10-06T03:40:30.540" v="79"/>
            <ac:spMkLst>
              <pc:docMk/>
              <pc:sldMasterMk cId="1690936500" sldId="2147483648"/>
              <pc:sldLayoutMk cId="3740845030" sldId="2147483662"/>
              <ac:spMk id="2" creationId="{1DF7FDC1-FE3B-50BD-71AA-BCB6E8F00226}"/>
            </ac:spMkLst>
          </pc:spChg>
          <pc:spChg chg="del">
            <ac:chgData name="Daniel Agbogidi" userId="e0f5edde3173dd4e" providerId="LiveId" clId="{502729D8-E8FF-4FF0-9DC9-E8882DDD285A}" dt="2026-10-06T03:40:30.540" v="77"/>
            <ac:spMkLst>
              <pc:docMk/>
              <pc:sldMasterMk cId="1690936500" sldId="2147483648"/>
              <pc:sldLayoutMk cId="3740845030" sldId="2147483662"/>
              <ac:spMk id="3" creationId="{1B6A4DA3-BF63-1FBB-1F6B-41355E8FE85C}"/>
            </ac:spMkLst>
          </pc:spChg>
          <pc:spChg chg="del">
            <ac:chgData name="Daniel Agbogidi" userId="e0f5edde3173dd4e" providerId="LiveId" clId="{502729D8-E8FF-4FF0-9DC9-E8882DDD285A}" dt="2026-10-06T03:40:30.534" v="75"/>
            <ac:spMkLst>
              <pc:docMk/>
              <pc:sldMasterMk cId="1690936500" sldId="2147483648"/>
              <pc:sldLayoutMk cId="3740845030" sldId="2147483662"/>
              <ac:spMk id="4" creationId="{DB60A27F-2550-1F06-6F75-97819FD00AED}"/>
            </ac:spMkLst>
          </pc:spChg>
          <pc:spChg chg="del">
            <ac:chgData name="Daniel Agbogidi" userId="e0f5edde3173dd4e" providerId="LiveId" clId="{502729D8-E8FF-4FF0-9DC9-E8882DDD285A}" dt="2026-10-06T03:40:30.522" v="73"/>
            <ac:spMkLst>
              <pc:docMk/>
              <pc:sldMasterMk cId="1690936500" sldId="2147483648"/>
              <pc:sldLayoutMk cId="3740845030" sldId="2147483662"/>
              <ac:spMk id="5" creationId="{936A5A0F-B2D8-A305-D863-5F14E811425C}"/>
            </ac:spMkLst>
          </pc:spChg>
          <pc:spChg chg="add mod">
            <ac:chgData name="Daniel Agbogidi" userId="e0f5edde3173dd4e" providerId="LiveId" clId="{502729D8-E8FF-4FF0-9DC9-E8882DDD285A}" dt="2026-10-06T03:40:30.717" v="100" actId="139"/>
            <ac:spMkLst>
              <pc:docMk/>
              <pc:sldMasterMk cId="1690936500" sldId="2147483648"/>
              <pc:sldLayoutMk cId="3740845030" sldId="2147483662"/>
              <ac:spMk id="6" creationId="{CCC7453D-15F4-65B2-571E-786892BBCEED}"/>
            </ac:spMkLst>
          </pc:spChg>
          <pc:spChg chg="add mod">
            <ac:chgData name="Daniel Agbogidi" userId="e0f5edde3173dd4e" providerId="LiveId" clId="{502729D8-E8FF-4FF0-9DC9-E8882DDD285A}" dt="2026-10-06T03:40:30.727" v="105"/>
            <ac:spMkLst>
              <pc:docMk/>
              <pc:sldMasterMk cId="1690936500" sldId="2147483648"/>
              <pc:sldLayoutMk cId="3740845030" sldId="2147483662"/>
              <ac:spMk id="7" creationId="{4C97A1B3-5987-39B4-0648-6D82A631D7A4}"/>
            </ac:spMkLst>
          </pc:spChg>
          <pc:spChg chg="add mod">
            <ac:chgData name="Daniel Agbogidi" userId="e0f5edde3173dd4e" providerId="LiveId" clId="{502729D8-E8FF-4FF0-9DC9-E8882DDD285A}" dt="2026-10-06T03:40:30.745" v="115" actId="207"/>
            <ac:spMkLst>
              <pc:docMk/>
              <pc:sldMasterMk cId="1690936500" sldId="2147483648"/>
              <pc:sldLayoutMk cId="3740845030" sldId="2147483662"/>
              <ac:spMk id="8" creationId="{43689BE9-9563-150D-A2FB-8174A4209561}"/>
            </ac:spMkLst>
          </pc:spChg>
        </pc:sldLayoutChg>
        <pc:sldLayoutChg chg="delSp mod">
          <pc:chgData name="Daniel Agbogidi" userId="e0f5edde3173dd4e" providerId="LiveId" clId="{502729D8-E8FF-4FF0-9DC9-E8882DDD285A}" dt="2026-10-06T03:40:30.765" v="123"/>
          <pc:sldLayoutMkLst>
            <pc:docMk/>
            <pc:sldMasterMk cId="1690936500" sldId="2147483648"/>
            <pc:sldLayoutMk cId="3012957437" sldId="2147483663"/>
          </pc:sldLayoutMkLst>
          <pc:spChg chg="del">
            <ac:chgData name="Daniel Agbogidi" userId="e0f5edde3173dd4e" providerId="LiveId" clId="{502729D8-E8FF-4FF0-9DC9-E8882DDD285A}" dt="2026-10-06T03:40:30.765" v="123"/>
            <ac:spMkLst>
              <pc:docMk/>
              <pc:sldMasterMk cId="1690936500" sldId="2147483648"/>
              <pc:sldLayoutMk cId="3012957437" sldId="2147483663"/>
              <ac:spMk id="2" creationId="{AA628B8A-A547-91F1-E085-951FAA9E01DE}"/>
            </ac:spMkLst>
          </pc:spChg>
          <pc:spChg chg="del">
            <ac:chgData name="Daniel Agbogidi" userId="e0f5edde3173dd4e" providerId="LiveId" clId="{502729D8-E8FF-4FF0-9DC9-E8882DDD285A}" dt="2026-10-06T03:40:30.765" v="121"/>
            <ac:spMkLst>
              <pc:docMk/>
              <pc:sldMasterMk cId="1690936500" sldId="2147483648"/>
              <pc:sldLayoutMk cId="3012957437" sldId="2147483663"/>
              <ac:spMk id="3" creationId="{1F539ABD-DB93-5E32-06C8-9A2EACC91A37}"/>
            </ac:spMkLst>
          </pc:spChg>
          <pc:spChg chg="del">
            <ac:chgData name="Daniel Agbogidi" userId="e0f5edde3173dd4e" providerId="LiveId" clId="{502729D8-E8FF-4FF0-9DC9-E8882DDD285A}" dt="2026-10-06T03:40:30.762" v="119"/>
            <ac:spMkLst>
              <pc:docMk/>
              <pc:sldMasterMk cId="1690936500" sldId="2147483648"/>
              <pc:sldLayoutMk cId="3012957437" sldId="2147483663"/>
              <ac:spMk id="4" creationId="{1A67BAC1-E012-2E3A-ACFC-DC1E68A96791}"/>
            </ac:spMkLst>
          </pc:spChg>
          <pc:spChg chg="del">
            <ac:chgData name="Daniel Agbogidi" userId="e0f5edde3173dd4e" providerId="LiveId" clId="{502729D8-E8FF-4FF0-9DC9-E8882DDD285A}" dt="2026-10-06T03:40:30.757" v="117"/>
            <ac:spMkLst>
              <pc:docMk/>
              <pc:sldMasterMk cId="1690936500" sldId="2147483648"/>
              <pc:sldLayoutMk cId="3012957437" sldId="2147483663"/>
              <ac:spMk id="5" creationId="{D5766D21-16B5-69C6-0197-67CA73137116}"/>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Adults with obesity (%)</c:v>
                </c:pt>
              </c:strCache>
            </c:strRef>
          </c:tx>
          <c:spPr>
            <a:solidFill>
              <a:srgbClr val="2F6DB5"/>
            </a:solidFill>
            <a:ln>
              <a:noFill/>
            </a:ln>
            <a:effectLst/>
          </c:spPr>
          <c:invertIfNegative val="0"/>
          <c:dPt>
            <c:idx val="10"/>
            <c:invertIfNegative val="0"/>
            <c:bubble3D val="0"/>
            <c:spPr>
              <a:solidFill>
                <a:srgbClr val="F2B33D"/>
              </a:solidFill>
              <a:ln>
                <a:noFill/>
              </a:ln>
              <a:effectLst/>
            </c:spPr>
            <c:extLst>
              <c:ext xmlns:c16="http://schemas.microsoft.com/office/drawing/2014/chart" uri="{C3380CC4-5D6E-409C-BE32-E72D297353CC}">
                <c16:uniqueId val="{00000003-25A3-443F-8162-B045B58662A6}"/>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1B365D"/>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1960–62</c:v>
                </c:pt>
                <c:pt idx="1">
                  <c:v>1971–74</c:v>
                </c:pt>
                <c:pt idx="2">
                  <c:v>1976–80</c:v>
                </c:pt>
                <c:pt idx="3">
                  <c:v>1988–94</c:v>
                </c:pt>
                <c:pt idx="4">
                  <c:v>1999–00</c:v>
                </c:pt>
                <c:pt idx="5">
                  <c:v>2001–02</c:v>
                </c:pt>
                <c:pt idx="6">
                  <c:v>2003–04</c:v>
                </c:pt>
                <c:pt idx="7">
                  <c:v>2005–06</c:v>
                </c:pt>
                <c:pt idx="8">
                  <c:v>2007–08</c:v>
                </c:pt>
                <c:pt idx="9">
                  <c:v>2009–10</c:v>
                </c:pt>
                <c:pt idx="10">
                  <c:v>2030 (projected)</c:v>
                </c:pt>
              </c:strCache>
            </c:strRef>
          </c:cat>
          <c:val>
            <c:numRef>
              <c:f>Sheet1!$B$2:$B$12</c:f>
              <c:numCache>
                <c:formatCode>General</c:formatCode>
                <c:ptCount val="11"/>
                <c:pt idx="0">
                  <c:v>10.7</c:v>
                </c:pt>
                <c:pt idx="1">
                  <c:v>12.1</c:v>
                </c:pt>
                <c:pt idx="2">
                  <c:v>12.7</c:v>
                </c:pt>
                <c:pt idx="3">
                  <c:v>20.5</c:v>
                </c:pt>
                <c:pt idx="4">
                  <c:v>27.7</c:v>
                </c:pt>
                <c:pt idx="5">
                  <c:v>28.3</c:v>
                </c:pt>
                <c:pt idx="6">
                  <c:v>31.7</c:v>
                </c:pt>
                <c:pt idx="7">
                  <c:v>33.799999999999997</c:v>
                </c:pt>
                <c:pt idx="8">
                  <c:v>32.5</c:v>
                </c:pt>
                <c:pt idx="9">
                  <c:v>35.9</c:v>
                </c:pt>
                <c:pt idx="10">
                  <c:v>50</c:v>
                </c:pt>
              </c:numCache>
            </c:numRef>
          </c:val>
          <c:extLst>
            <c:ext xmlns:c16="http://schemas.microsoft.com/office/drawing/2014/chart" uri="{C3380CC4-5D6E-409C-BE32-E72D297353CC}">
              <c16:uniqueId val="{00000000-25A3-443F-8162-B045B58662A6}"/>
            </c:ext>
          </c:extLst>
        </c:ser>
        <c:dLbls>
          <c:showLegendKey val="0"/>
          <c:showVal val="0"/>
          <c:showCatName val="0"/>
          <c:showSerName val="0"/>
          <c:showPercent val="0"/>
          <c:showBubbleSize val="0"/>
        </c:dLbls>
        <c:gapWidth val="55"/>
        <c:overlap val="-27"/>
        <c:axId val="569670928"/>
        <c:axId val="569671408"/>
      </c:barChart>
      <c:catAx>
        <c:axId val="569670928"/>
        <c:scaling>
          <c:orientation val="minMax"/>
        </c:scaling>
        <c:delete val="0"/>
        <c:axPos val="b"/>
        <c:numFmt formatCode="General" sourceLinked="1"/>
        <c:majorTickMark val="none"/>
        <c:minorTickMark val="none"/>
        <c:tickLblPos val="nextTo"/>
        <c:spPr>
          <a:noFill/>
          <a:ln w="9525" cap="flat" cmpd="sng" algn="ctr">
            <a:solidFill>
              <a:srgbClr val="C9D6E3"/>
            </a:solidFill>
            <a:round/>
          </a:ln>
          <a:effectLst/>
        </c:spPr>
        <c:txPr>
          <a:bodyPr rot="-60000000" spcFirstLastPara="1" vertOverflow="ellipsis" vert="horz" wrap="square" anchor="ctr" anchorCtr="1"/>
          <a:lstStyle/>
          <a:p>
            <a:pPr>
              <a:defRPr sz="1000" b="0" i="0" u="none" strike="noStrike" kern="1200" baseline="0">
                <a:solidFill>
                  <a:srgbClr val="5A6B7D"/>
                </a:solidFill>
                <a:latin typeface="Calibri"/>
                <a:ea typeface="Calibri"/>
                <a:cs typeface="Calibri"/>
              </a:defRPr>
            </a:pPr>
            <a:endParaRPr lang="en-US"/>
          </a:p>
        </c:txPr>
        <c:crossAx val="569671408"/>
        <c:crosses val="autoZero"/>
        <c:auto val="1"/>
        <c:lblAlgn val="ctr"/>
        <c:lblOffset val="100"/>
        <c:noMultiLvlLbl val="0"/>
      </c:catAx>
      <c:valAx>
        <c:axId val="569671408"/>
        <c:scaling>
          <c:orientation val="minMax"/>
          <c:max val="55"/>
          <c:min val="0"/>
        </c:scaling>
        <c:delete val="0"/>
        <c:axPos val="l"/>
        <c:majorGridlines>
          <c:spPr>
            <a:ln w="9525" cap="flat" cmpd="sng" algn="ctr">
              <a:solidFill>
                <a:srgbClr val="DDE6EF"/>
              </a:solidFill>
              <a:round/>
            </a:ln>
            <a:effectLst/>
          </c:spPr>
        </c:majorGridlines>
        <c:numFmt formatCode="General" sourceLinked="1"/>
        <c:majorTickMark val="none"/>
        <c:minorTickMark val="none"/>
        <c:tickLblPos val="nextTo"/>
        <c:spPr>
          <a:noFill/>
          <a:ln>
            <a:noFill/>
          </a:ln>
          <a:effectLst/>
          <a:extLst>
            <a:ext uri="{91240B29-F687-4F45-9708-019B960494DF}">
              <a14:hiddenLine xmlns:a14="http://schemas.microsoft.com/office/drawing/2010/main">
                <a:noFill/>
              </a14:hiddenLine>
            </a:ext>
          </a:extLst>
        </c:spPr>
        <c:txPr>
          <a:bodyPr rot="-60000000" spcFirstLastPara="1" vertOverflow="ellipsis" vert="horz" wrap="square" anchor="ctr" anchorCtr="1"/>
          <a:lstStyle/>
          <a:p>
            <a:pPr>
              <a:defRPr sz="1000" b="0" i="0" u="none" strike="noStrike" kern="1200" baseline="0">
                <a:solidFill>
                  <a:srgbClr val="5A6B7D"/>
                </a:solidFill>
                <a:latin typeface="Calibri"/>
                <a:ea typeface="Calibri"/>
                <a:cs typeface="Calibri"/>
              </a:defRPr>
            </a:pPr>
            <a:endParaRPr lang="en-US"/>
          </a:p>
        </c:txPr>
        <c:crossAx val="569670928"/>
        <c:crosses val="autoZero"/>
        <c:crossBetween val="between"/>
      </c:valAx>
      <c:spPr>
        <a:noFill/>
        <a:ln>
          <a:noFill/>
        </a:ln>
        <a:effectLst/>
        <a:extLst>
          <a:ext uri="{909E8E84-426E-40DD-AFC4-6F175D3DCCD1}">
            <a14:hiddenFill xmlns:a14="http://schemas.microsoft.com/office/drawing/2010/main">
              <a:noFill/>
            </a14:hiddenFill>
          </a:ext>
        </a:ex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ABFC35-9F80-485A-8E64-57CFA34AAEE0}"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EE084-A76B-4047-8552-94CAE4B1AA74}" type="slidenum">
              <a:rPr lang="en-US" smtClean="0"/>
              <a:t>‹#›</a:t>
            </a:fld>
            <a:endParaRPr lang="en-US"/>
          </a:p>
        </p:txBody>
      </p:sp>
    </p:spTree>
    <p:extLst>
      <p:ext uri="{BB962C8B-B14F-4D97-AF65-F5344CB8AC3E}">
        <p14:creationId xmlns:p14="http://schemas.microsoft.com/office/powerpoint/2010/main" val="2147206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I'm Daniel Agbogidi, the Safe Patient Handling and Mobility (SPHM) Program Manager here at VA Central California.
Over the next few minutes we'll cover:
- Why SPHM is a national and local requirement
- Why patient handling injures so many health care workers
- What our SPHM program provides: people, training and equipment
- What it means for you on the job: use the equipment, plan the move, ask for help, and don't manually lift more than 35 lb of patient weight.</a:t>
            </a:r>
          </a:p>
        </p:txBody>
      </p:sp>
      <p:sp>
        <p:nvSpPr>
          <p:cNvPr id="4" name="Slide Number Placeholder 3"/>
          <p:cNvSpPr>
            <a:spLocks noGrp="1"/>
          </p:cNvSpPr>
          <p:nvPr>
            <p:ph type="sldNum" sz="quarter" idx="5"/>
          </p:nvPr>
        </p:nvSpPr>
        <p:spPr/>
        <p:txBody>
          <a:bodyPr/>
          <a:lstStyle/>
          <a:p>
            <a:fld id="{C5DEE084-A76B-4047-8552-94CAE4B1AA74}" type="slidenum">
              <a:rPr lang="en-US" smtClean="0"/>
              <a:t>1</a:t>
            </a:fld>
            <a:endParaRPr lang="en-US"/>
          </a:p>
        </p:txBody>
      </p:sp>
    </p:spTree>
    <p:extLst>
      <p:ext uri="{BB962C8B-B14F-4D97-AF65-F5344CB8AC3E}">
        <p14:creationId xmlns:p14="http://schemas.microsoft.com/office/powerpoint/2010/main" val="910352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Safe Patient Handling and Mobility isn't a local initiative. It's of nationwide importance.
1. VHA Directive 1611 establishes SPHM as a Veterans Health Administration priority. Every VA medical facility is required to implement an SPHM program.
2. Locally, Medical Center Policy 118-21-013 establishes the SPHM policy for VA Central California Health Care System, the policy that applies to you here.
Transition: Next, a short video from the American Nurses Association on why safe patient handling matters. [PLAY ANA VIDEO on the next slide.]</a:t>
            </a:r>
          </a:p>
        </p:txBody>
      </p:sp>
      <p:sp>
        <p:nvSpPr>
          <p:cNvPr id="4" name="Slide Number Placeholder 3"/>
          <p:cNvSpPr>
            <a:spLocks noGrp="1"/>
          </p:cNvSpPr>
          <p:nvPr>
            <p:ph type="sldNum" sz="quarter" idx="5"/>
          </p:nvPr>
        </p:nvSpPr>
        <p:spPr/>
        <p:txBody>
          <a:bodyPr/>
          <a:lstStyle/>
          <a:p>
            <a:fld id="{C5DEE084-A76B-4047-8552-94CAE4B1AA74}" type="slidenum">
              <a:rPr lang="en-US" smtClean="0"/>
              <a:t>2</a:t>
            </a:fld>
            <a:endParaRPr lang="en-US"/>
          </a:p>
        </p:txBody>
      </p:sp>
    </p:spTree>
    <p:extLst>
      <p:ext uri="{BB962C8B-B14F-4D97-AF65-F5344CB8AC3E}">
        <p14:creationId xmlns:p14="http://schemas.microsoft.com/office/powerpoint/2010/main" val="3954254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THE ANA VIDEO]
The American Nurses Association explains why safe patient handling and mobility matters for nurses and patients nationwide.
If the embedded video doesn't play, use the link under the video: https://youtu.be/Bss2VEvrdcw
After the video: Notice the themes. Injuries are common, they're preventable, and equipment plus a culture of using it is the answer. That's exactly what our program does.</a:t>
            </a:r>
          </a:p>
        </p:txBody>
      </p:sp>
      <p:sp>
        <p:nvSpPr>
          <p:cNvPr id="4" name="Slide Number Placeholder 3"/>
          <p:cNvSpPr>
            <a:spLocks noGrp="1"/>
          </p:cNvSpPr>
          <p:nvPr>
            <p:ph type="sldNum" sz="quarter" idx="5"/>
          </p:nvPr>
        </p:nvSpPr>
        <p:spPr/>
        <p:txBody>
          <a:bodyPr/>
          <a:lstStyle/>
          <a:p>
            <a:fld id="{C5DEE084-A76B-4047-8552-94CAE4B1AA74}" type="slidenum">
              <a:rPr lang="en-US" smtClean="0"/>
              <a:t>3</a:t>
            </a:fld>
            <a:endParaRPr lang="en-US"/>
          </a:p>
        </p:txBody>
      </p:sp>
    </p:spTree>
    <p:extLst>
      <p:ext uri="{BB962C8B-B14F-4D97-AF65-F5344CB8AC3E}">
        <p14:creationId xmlns:p14="http://schemas.microsoft.com/office/powerpoint/2010/main" val="1341239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policy statement from VHA Directive 1611.
It is VHA policy that an SPHM program be implemented in every VA medical facility, and that SPHM technology be built into the planning, design and construction of new construction and renovation projects. The goals: protect VHA health care workers and Veterans from injuries due to patient handling and mobility, make sure every Veteran has equitable access to SPHM technology, and meet and improve Veteran care needs.
The line to remember (it's the highlighted part of the directive): employees MUST use SPHM technology for routine and urgent patient handling tasks that require lifting over 35 pounds of patient weight, or tasks that require excessive force, such as repositioning a Veteran in bed by pushing, pulling or supporting them during mobility.
Also: all design projects in spaces used by Veterans must include input from the facility SPHM Program Manager.
The July 2023 transmittal's main change was updating the program office title to Director, Office of Occupational Safety and Health.</a:t>
            </a:r>
          </a:p>
        </p:txBody>
      </p:sp>
      <p:sp>
        <p:nvSpPr>
          <p:cNvPr id="4" name="Slide Number Placeholder 3"/>
          <p:cNvSpPr>
            <a:spLocks noGrp="1"/>
          </p:cNvSpPr>
          <p:nvPr>
            <p:ph type="sldNum" sz="quarter" idx="5"/>
          </p:nvPr>
        </p:nvSpPr>
        <p:spPr/>
        <p:txBody>
          <a:bodyPr/>
          <a:lstStyle/>
          <a:p>
            <a:fld id="{C5DEE084-A76B-4047-8552-94CAE4B1AA74}" type="slidenum">
              <a:rPr lang="en-US" smtClean="0"/>
              <a:t>4</a:t>
            </a:fld>
            <a:endParaRPr lang="en-US"/>
          </a:p>
        </p:txBody>
      </p:sp>
    </p:spTree>
    <p:extLst>
      <p:ext uri="{BB962C8B-B14F-4D97-AF65-F5344CB8AC3E}">
        <p14:creationId xmlns:p14="http://schemas.microsoft.com/office/powerpoint/2010/main" val="844959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is there a need for an SPHM program? Because it changes the environment of care.
SPHM is about making it possible to move patients safely and with dignity, while improving patient outcomes. That means:
- Safer for staff: equipment such as ceiling lifts, floor lifts and air-assisted devices takes the load instead of your back.
- Better for Veterans: transfers are more comfortable and dignified, and patients can be mobilized earlier and more often.
- Built into care: equipment, training and room design (like ceiling-lift tracks over the bed) all work together.
[Illustration suggestion: a Veteran walking in a rehab hallway, supported by a ceiling-track gait harness, with a therapist beside him.]</a:t>
            </a:r>
          </a:p>
        </p:txBody>
      </p:sp>
      <p:sp>
        <p:nvSpPr>
          <p:cNvPr id="4" name="Slide Number Placeholder 3"/>
          <p:cNvSpPr>
            <a:spLocks noGrp="1"/>
          </p:cNvSpPr>
          <p:nvPr>
            <p:ph type="sldNum" sz="quarter" idx="5"/>
          </p:nvPr>
        </p:nvSpPr>
        <p:spPr/>
        <p:txBody>
          <a:bodyPr/>
          <a:lstStyle/>
          <a:p>
            <a:fld id="{C5DEE084-A76B-4047-8552-94CAE4B1AA74}" type="slidenum">
              <a:rPr lang="en-US" smtClean="0"/>
              <a:t>5</a:t>
            </a:fld>
            <a:endParaRPr lang="en-US"/>
          </a:p>
        </p:txBody>
      </p:sp>
    </p:spTree>
    <p:extLst>
      <p:ext uri="{BB962C8B-B14F-4D97-AF65-F5344CB8AC3E}">
        <p14:creationId xmlns:p14="http://schemas.microsoft.com/office/powerpoint/2010/main" val="2946199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Musculoskeletal injuries in caregivers are the reason SPHM exists.
- Without lift equipment, a nurse lifts an estimated 1.8 tons over an 8-hour shift.
- The recommended limit for lifting patient weight is 35 lb, and that's under the best circumstances: a cooperative, well-positioned patient with no tubes or catheters. Real patients rarely meet those conditions.
- 2012 Bureau of Labor Statistics data: among ALL industries, nursing assistants ranked 2nd and nurses 5th for injuries with lost workdays.
- Health care injury rates were increasing: up 6% in 2011, to 283 cases with days away from work per 10,000 full-time employees.
- These injuries are a primary driver of nurses leaving the workforce, and they contribute to burnout, turnover, preventable disability and early retirement.
The good news: while injury rates have been increasing across health care, VA rates are steadily declining. That's SPHM working.</a:t>
            </a:r>
          </a:p>
        </p:txBody>
      </p:sp>
      <p:sp>
        <p:nvSpPr>
          <p:cNvPr id="4" name="Slide Number Placeholder 3"/>
          <p:cNvSpPr>
            <a:spLocks noGrp="1"/>
          </p:cNvSpPr>
          <p:nvPr>
            <p:ph type="sldNum" sz="quarter" idx="5"/>
          </p:nvPr>
        </p:nvSpPr>
        <p:spPr/>
        <p:txBody>
          <a:bodyPr/>
          <a:lstStyle/>
          <a:p>
            <a:fld id="{C5DEE084-A76B-4047-8552-94CAE4B1AA74}" type="slidenum">
              <a:rPr lang="en-US" smtClean="0"/>
              <a:t>6</a:t>
            </a:fld>
            <a:endParaRPr lang="en-US"/>
          </a:p>
        </p:txBody>
      </p:sp>
    </p:spTree>
    <p:extLst>
      <p:ext uri="{BB962C8B-B14F-4D97-AF65-F5344CB8AC3E}">
        <p14:creationId xmlns:p14="http://schemas.microsoft.com/office/powerpoint/2010/main" val="416673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patient care providers at such high risk? Because patients have changed.
- Patients are sicker: higher acuity, more lines, drains and monitoring at the bedside.
- Patients are more physically dependent on staff to move, turn and transfer.
- Patients are larger.
So there is more risk of injury to staff with every manual lift, transfer and reposition. That's why the equipment needs to be used every time.
[Illustration suggestion: two nurses at the bedside of an older, larger Veteran in a monitored ICU bed, planning the move.]</a:t>
            </a:r>
          </a:p>
        </p:txBody>
      </p:sp>
      <p:sp>
        <p:nvSpPr>
          <p:cNvPr id="4" name="Slide Number Placeholder 3"/>
          <p:cNvSpPr>
            <a:spLocks noGrp="1"/>
          </p:cNvSpPr>
          <p:nvPr>
            <p:ph type="sldNum" sz="quarter" idx="5"/>
          </p:nvPr>
        </p:nvSpPr>
        <p:spPr/>
        <p:txBody>
          <a:bodyPr/>
          <a:lstStyle/>
          <a:p>
            <a:fld id="{C5DEE084-A76B-4047-8552-94CAE4B1AA74}" type="slidenum">
              <a:rPr lang="en-US" smtClean="0"/>
              <a:t>7</a:t>
            </a:fld>
            <a:endParaRPr lang="en-US"/>
          </a:p>
        </p:txBody>
      </p:sp>
    </p:spTree>
    <p:extLst>
      <p:ext uri="{BB962C8B-B14F-4D97-AF65-F5344CB8AC3E}">
        <p14:creationId xmlns:p14="http://schemas.microsoft.com/office/powerpoint/2010/main" val="2025544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Patients are getting larger, and the trend is continuing.
This chart shows the prevalence of obesity among U.S. adults aged 20 to 74, from NHANES (CDC) data: from about 11% in the early 1960s to about 36% by 2009–2010. If things continue the way they are now, about half of Americans will be obese by 2030.
What it means for us: more patients will need bariatric-capable equipment (lifts, slings, beds, wheelchairs and commodes rated for higher weights), and the risk of manual handling keeps going up.</a:t>
            </a:r>
          </a:p>
        </p:txBody>
      </p:sp>
      <p:sp>
        <p:nvSpPr>
          <p:cNvPr id="4" name="Slide Number Placeholder 3"/>
          <p:cNvSpPr>
            <a:spLocks noGrp="1"/>
          </p:cNvSpPr>
          <p:nvPr>
            <p:ph type="sldNum" sz="quarter" idx="5"/>
          </p:nvPr>
        </p:nvSpPr>
        <p:spPr/>
        <p:txBody>
          <a:bodyPr/>
          <a:lstStyle/>
          <a:p>
            <a:fld id="{C5DEE084-A76B-4047-8552-94CAE4B1AA74}" type="slidenum">
              <a:rPr lang="en-US" smtClean="0"/>
              <a:t>8</a:t>
            </a:fld>
            <a:endParaRPr lang="en-US"/>
          </a:p>
        </p:txBody>
      </p:sp>
    </p:spTree>
    <p:extLst>
      <p:ext uri="{BB962C8B-B14F-4D97-AF65-F5344CB8AC3E}">
        <p14:creationId xmlns:p14="http://schemas.microsoft.com/office/powerpoint/2010/main" val="3872379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Bariatric patients carry an outsized share of the injury risk.
Patients with a BMI over 35 make up only about 10% of the patient population. Yet handling them was associated with 29.8% of staff injuries, 27.9% of lost time and 37.2% of restricted time.
So a small group of patients accounts for roughly a third of the harm. These are exactly the moves where bariatric lifts, larger slings, air-assisted lateral transfer devices and enough staff matter most. Never attempt a manual bariatric transfer.
Source: Randall SB, Pories WJ, Pearson A, Drake DJ. Expanded occupational safety and health administration 300 log as metric for bariatric patient-handling staff injuries. Surg Obes Relat Dis. 2009;5(4):463–468.
[Illustration suggestion: two staff using a bariatric ceiling lift and large sling to transfer a larger Veteran from bed to a bariatric wheelchair.]</a:t>
            </a:r>
          </a:p>
        </p:txBody>
      </p:sp>
      <p:sp>
        <p:nvSpPr>
          <p:cNvPr id="4" name="Slide Number Placeholder 3"/>
          <p:cNvSpPr>
            <a:spLocks noGrp="1"/>
          </p:cNvSpPr>
          <p:nvPr>
            <p:ph type="sldNum" sz="quarter" idx="5"/>
          </p:nvPr>
        </p:nvSpPr>
        <p:spPr/>
        <p:txBody>
          <a:bodyPr/>
          <a:lstStyle/>
          <a:p>
            <a:fld id="{C5DEE084-A76B-4047-8552-94CAE4B1AA74}" type="slidenum">
              <a:rPr lang="en-US" smtClean="0"/>
              <a:t>9</a:t>
            </a:fld>
            <a:endParaRPr lang="en-US"/>
          </a:p>
        </p:txBody>
      </p:sp>
    </p:spTree>
    <p:extLst>
      <p:ext uri="{BB962C8B-B14F-4D97-AF65-F5344CB8AC3E}">
        <p14:creationId xmlns:p14="http://schemas.microsoft.com/office/powerpoint/2010/main" val="3259173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what does an SPHM program set out to do? Three goals:
1. Decrease the risk of musculoskeletal injuries for ALL health care workers: nursing, therapy, radiology, transport, environmental services, anyone who moves or positions patients.
2. Make patient mobilization easier, and get the benefits that come with it: fewer complications of immobility such as pressure injuries, deconditioning and falls.
3. Improve the quality of care and the quality of life of our Veteran patients and residents.
[Illustration suggestion: a nurse helping an older Veteran stand with a powered sit-to-stand lift in a therapy room.]</a:t>
            </a:r>
          </a:p>
        </p:txBody>
      </p:sp>
      <p:sp>
        <p:nvSpPr>
          <p:cNvPr id="4" name="Slide Number Placeholder 3"/>
          <p:cNvSpPr>
            <a:spLocks noGrp="1"/>
          </p:cNvSpPr>
          <p:nvPr>
            <p:ph type="sldNum" sz="quarter" idx="5"/>
          </p:nvPr>
        </p:nvSpPr>
        <p:spPr/>
        <p:txBody>
          <a:bodyPr/>
          <a:lstStyle/>
          <a:p>
            <a:fld id="{C5DEE084-A76B-4047-8552-94CAE4B1AA74}" type="slidenum">
              <a:rPr lang="en-US" smtClean="0"/>
              <a:t>10</a:t>
            </a:fld>
            <a:endParaRPr lang="en-US"/>
          </a:p>
        </p:txBody>
      </p:sp>
    </p:spTree>
    <p:extLst>
      <p:ext uri="{BB962C8B-B14F-4D97-AF65-F5344CB8AC3E}">
        <p14:creationId xmlns:p14="http://schemas.microsoft.com/office/powerpoint/2010/main" val="1773426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VA SPHM program?
It's set by a national directive. The original was VHA Directive 2010-032, Safe Patient Handling Program and Facility Design. Today it's VHA Directive 1611, Safe Patient Handling and Mobility Program.
The directive:
- Requires an SPHM program in every VA facility
- Requires every program to include the same core elements (next slide)
- Requires planning for SPHM in design and construction, which is why newer patient rooms have ceiling-lift tracks built in
[Illustration suggestion: a modern VA patient room with a ceiling-lift track running over the bed.]</a:t>
            </a:r>
          </a:p>
        </p:txBody>
      </p:sp>
      <p:sp>
        <p:nvSpPr>
          <p:cNvPr id="4" name="Slide Number Placeholder 3"/>
          <p:cNvSpPr>
            <a:spLocks noGrp="1"/>
          </p:cNvSpPr>
          <p:nvPr>
            <p:ph type="sldNum" sz="quarter" idx="5"/>
          </p:nvPr>
        </p:nvSpPr>
        <p:spPr/>
        <p:txBody>
          <a:bodyPr/>
          <a:lstStyle/>
          <a:p>
            <a:fld id="{C5DEE084-A76B-4047-8552-94CAE4B1AA74}" type="slidenum">
              <a:rPr lang="en-US" smtClean="0"/>
              <a:t>11</a:t>
            </a:fld>
            <a:endParaRPr lang="en-US"/>
          </a:p>
        </p:txBody>
      </p:sp>
    </p:spTree>
    <p:extLst>
      <p:ext uri="{BB962C8B-B14F-4D97-AF65-F5344CB8AC3E}">
        <p14:creationId xmlns:p14="http://schemas.microsoft.com/office/powerpoint/2010/main" val="311273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VA SPHM program has the same core elements:
1. A facility SPHM policy. Ours is Medical Center Policy 118-21-013.
2. Leadership: an SPHM Program Manager (at least one full-time position), a Unit Peer Leader program with one UPL per shift per clinical area, and a VISN point of contact.
3. Training across multiple services and levels of staff, including this orientation.
4. A patient assessment process, used to recommend equipment for each patient's individual needs.
5. Oversight from a facility committee, such as the ARB, EOC or another committee.
6. Equipment: overhead lift systems and other equipment as needed, determined by unit-based ergonomic assessments.
Your Unit Peer Leaders are your go-to people on the unit for equipment questions and hands-on help.</a:t>
            </a:r>
          </a:p>
        </p:txBody>
      </p:sp>
      <p:sp>
        <p:nvSpPr>
          <p:cNvPr id="4" name="Slide Number Placeholder 3"/>
          <p:cNvSpPr>
            <a:spLocks noGrp="1"/>
          </p:cNvSpPr>
          <p:nvPr>
            <p:ph type="sldNum" sz="quarter" idx="5"/>
          </p:nvPr>
        </p:nvSpPr>
        <p:spPr/>
        <p:txBody>
          <a:bodyPr/>
          <a:lstStyle/>
          <a:p>
            <a:fld id="{C5DEE084-A76B-4047-8552-94CAE4B1AA74}" type="slidenum">
              <a:rPr lang="en-US" smtClean="0"/>
              <a:t>12</a:t>
            </a:fld>
            <a:endParaRPr lang="en-US"/>
          </a:p>
        </p:txBody>
      </p:sp>
    </p:spTree>
    <p:extLst>
      <p:ext uri="{BB962C8B-B14F-4D97-AF65-F5344CB8AC3E}">
        <p14:creationId xmlns:p14="http://schemas.microsoft.com/office/powerpoint/2010/main" val="2218861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Safe patient handling means using the right tools.
- Using SPHM equipment helps protect both staff and Veterans.
- Use the appropriate SPHM equipment for patient handling and mobility tasks.
- Equipment works best when it's readily available, in working order, and staff are trained to use it.
- If equipment can't be used, communicate the barrier and seek help before proceeding whenever possible.
- After an injury or near miss, report it promptly so the team can review what happened and improve safety.
Key message: safe patient handling is a shared responsibility. Plan the move, use the equipment, and ask for help.
SPHM is about preventing injuries through planning, teamwork and the consistent use of available equipment. Reporting barriers and near misses helps us improve the system. It's not about placing blame.</a:t>
            </a:r>
          </a:p>
        </p:txBody>
      </p:sp>
      <p:sp>
        <p:nvSpPr>
          <p:cNvPr id="4" name="Slide Number Placeholder 3"/>
          <p:cNvSpPr>
            <a:spLocks noGrp="1"/>
          </p:cNvSpPr>
          <p:nvPr>
            <p:ph type="sldNum" sz="quarter" idx="5"/>
          </p:nvPr>
        </p:nvSpPr>
        <p:spPr/>
        <p:txBody>
          <a:bodyPr/>
          <a:lstStyle/>
          <a:p>
            <a:fld id="{C5DEE084-A76B-4047-8552-94CAE4B1AA74}" type="slidenum">
              <a:rPr lang="en-US" smtClean="0"/>
              <a:t>13</a:t>
            </a:fld>
            <a:endParaRPr lang="en-US"/>
          </a:p>
        </p:txBody>
      </p:sp>
    </p:spTree>
    <p:extLst>
      <p:ext uri="{BB962C8B-B14F-4D97-AF65-F5344CB8AC3E}">
        <p14:creationId xmlns:p14="http://schemas.microsoft.com/office/powerpoint/2010/main" val="4207791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the equipment and aids you'll see on your unit. You don't need to memorize them today. Your Unit Peer Leaders and unit-based training will show you how to use what's on your unit.
[Illustration suggestion: a tidy SPHM equipment room with floor lifts, a sit-to-stand lift, slings on hooks and an air-assisted transfer mattress.]</a:t>
            </a:r>
          </a:p>
        </p:txBody>
      </p:sp>
      <p:sp>
        <p:nvSpPr>
          <p:cNvPr id="4" name="Slide Number Placeholder 3"/>
          <p:cNvSpPr>
            <a:spLocks noGrp="1"/>
          </p:cNvSpPr>
          <p:nvPr>
            <p:ph type="sldNum" sz="quarter" idx="5"/>
          </p:nvPr>
        </p:nvSpPr>
        <p:spPr/>
        <p:txBody>
          <a:bodyPr/>
          <a:lstStyle/>
          <a:p>
            <a:fld id="{C5DEE084-A76B-4047-8552-94CAE4B1AA74}" type="slidenum">
              <a:rPr lang="en-US" smtClean="0"/>
              <a:t>14</a:t>
            </a:fld>
            <a:endParaRPr lang="en-US"/>
          </a:p>
        </p:txBody>
      </p:sp>
    </p:spTree>
    <p:extLst>
      <p:ext uri="{BB962C8B-B14F-4D97-AF65-F5344CB8AC3E}">
        <p14:creationId xmlns:p14="http://schemas.microsoft.com/office/powerpoint/2010/main" val="1103022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Patient handling equipment, part 1 (clockwise from upper left):
1. Ceiling lift with repositioning sling
2. Ceiling lift with seated sling
3. Floor lift with seated sling
4. Walking (ambulation) sling
5. Turning sling
6. Evacuation HoverJack
7. HoverMatt (air-assisted lateral transfer)
8. Bariatric-capacity sit-to-stand lift
9. Non-powered stand aid
10. Limb lifter
Point out which of these are on the units your new staff will be working on.</a:t>
            </a:r>
            <a:endParaRPr lang="en-US" dirty="0"/>
          </a:p>
        </p:txBody>
      </p:sp>
      <p:sp>
        <p:nvSpPr>
          <p:cNvPr id="4" name="Slide Number Placeholder 3"/>
          <p:cNvSpPr>
            <a:spLocks noGrp="1"/>
          </p:cNvSpPr>
          <p:nvPr>
            <p:ph type="sldNum" sz="quarter" idx="10"/>
          </p:nvPr>
        </p:nvSpPr>
        <p:spPr/>
        <p:txBody>
          <a:bodyPr/>
          <a:lstStyle/>
          <a:p>
            <a:fld id="{0BCFBA4F-BC66-4DD2-993F-EFAA9773340F}" type="slidenum">
              <a:rPr lang="en-US" smtClean="0"/>
              <a:pPr/>
              <a:t>15</a:t>
            </a:fld>
            <a:endParaRPr lang="en-US"/>
          </a:p>
        </p:txBody>
      </p:sp>
    </p:spTree>
    <p:extLst>
      <p:ext uri="{BB962C8B-B14F-4D97-AF65-F5344CB8AC3E}">
        <p14:creationId xmlns:p14="http://schemas.microsoft.com/office/powerpoint/2010/main" val="10576541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Patient handling equipment, part 2 (clockwise from upper left):
1. Slide sheet, used to install a sling
2. Car lift
3. Turning shower trolley
4. Ergonomic, hip-elevating hygiene chair
5. Powered, elevating toilet seat
6. Motorized wheelchair mover
7. Motorized stretcher
SPHM isn't just lifts. It covers bathing, toileting, transport and vehicles too.</a:t>
            </a:r>
            <a:endParaRPr lang="en-US" dirty="0"/>
          </a:p>
        </p:txBody>
      </p:sp>
      <p:sp>
        <p:nvSpPr>
          <p:cNvPr id="4" name="Slide Number Placeholder 3"/>
          <p:cNvSpPr>
            <a:spLocks noGrp="1"/>
          </p:cNvSpPr>
          <p:nvPr>
            <p:ph type="sldNum" sz="quarter" idx="10"/>
          </p:nvPr>
        </p:nvSpPr>
        <p:spPr/>
        <p:txBody>
          <a:bodyPr/>
          <a:lstStyle/>
          <a:p>
            <a:fld id="{0BCFBA4F-BC66-4DD2-993F-EFAA9773340F}" type="slidenum">
              <a:rPr lang="en-US" smtClean="0"/>
              <a:pPr/>
              <a:t>16</a:t>
            </a:fld>
            <a:endParaRPr lang="en-US"/>
          </a:p>
        </p:txBody>
      </p:sp>
    </p:spTree>
    <p:extLst>
      <p:ext uri="{BB962C8B-B14F-4D97-AF65-F5344CB8AC3E}">
        <p14:creationId xmlns:p14="http://schemas.microsoft.com/office/powerpoint/2010/main" val="12106882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a reality check: health care workers are the only occupation that believes 100 pounds is light!
In almost any other job, lifting 100 lb would mean a mechanical lift or a team. In health care we often try to "just do it" ourselves, especially when we're busy or the patient is small or cooperative.
The recommended limit for lifting patient weight is 35 lb, under ideal conditions. Anything over that, or any move that needs excessive force, means using the equipment.
[Illustration suggestion: a cheerful nurse standing back while a ceiling lift does the lifting of a Veteran, with a "35 lb" kettlebell on the floor nearby.]</a:t>
            </a:r>
          </a:p>
        </p:txBody>
      </p:sp>
      <p:sp>
        <p:nvSpPr>
          <p:cNvPr id="4" name="Slide Number Placeholder 3"/>
          <p:cNvSpPr>
            <a:spLocks noGrp="1"/>
          </p:cNvSpPr>
          <p:nvPr>
            <p:ph type="sldNum" sz="quarter" idx="5"/>
          </p:nvPr>
        </p:nvSpPr>
        <p:spPr/>
        <p:txBody>
          <a:bodyPr/>
          <a:lstStyle/>
          <a:p>
            <a:fld id="{C5DEE084-A76B-4047-8552-94CAE4B1AA74}" type="slidenum">
              <a:rPr lang="en-US" smtClean="0"/>
              <a:t>17</a:t>
            </a:fld>
            <a:endParaRPr lang="en-US"/>
          </a:p>
        </p:txBody>
      </p:sp>
    </p:spTree>
    <p:extLst>
      <p:ext uri="{BB962C8B-B14F-4D97-AF65-F5344CB8AC3E}">
        <p14:creationId xmlns:p14="http://schemas.microsoft.com/office/powerpoint/2010/main" val="625807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Take the TIME. It only takes a minute or two to get the lift, and it can save your career.
Use the Safe Patient Handling equipment to save your spine:
- Plan the move: assess the patient and the task.
- Use the equipment: lifts, slings and transfer aids, every time.
- Ask for help: get enough people, and lean on your Unit Peer Leader.
REMEMBER: do not lift more than 35 lb of patient weight.
[Illustration suggestion: two nurses pausing at the bedside to plan a transfer together, with a ceiling lift and sling ready.]</a:t>
            </a:r>
          </a:p>
        </p:txBody>
      </p:sp>
      <p:sp>
        <p:nvSpPr>
          <p:cNvPr id="4" name="Slide Number Placeholder 3"/>
          <p:cNvSpPr>
            <a:spLocks noGrp="1"/>
          </p:cNvSpPr>
          <p:nvPr>
            <p:ph type="sldNum" sz="quarter" idx="5"/>
          </p:nvPr>
        </p:nvSpPr>
        <p:spPr/>
        <p:txBody>
          <a:bodyPr/>
          <a:lstStyle/>
          <a:p>
            <a:fld id="{C5DEE084-A76B-4047-8552-94CAE4B1AA74}" type="slidenum">
              <a:rPr lang="en-US" smtClean="0"/>
              <a:t>18</a:t>
            </a:fld>
            <a:endParaRPr lang="en-US"/>
          </a:p>
        </p:txBody>
      </p:sp>
    </p:spTree>
    <p:extLst>
      <p:ext uri="{BB962C8B-B14F-4D97-AF65-F5344CB8AC3E}">
        <p14:creationId xmlns:p14="http://schemas.microsoft.com/office/powerpoint/2010/main" val="934840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Remember the key messages:
- SPHM is required, nationally and at VACCHS.
- Don't manually lift more than 35 lb of patient weight, or use excessive force. Use the equipment.
- Plan the move, use the equipment, and ask for help.
- Report injuries, near misses and equipment barriers promptly.
Questions? Contact me, your SPHM Program Manager, or your unit's Unit Peer Leaders.</a:t>
            </a:r>
          </a:p>
        </p:txBody>
      </p:sp>
      <p:sp>
        <p:nvSpPr>
          <p:cNvPr id="4" name="Slide Number Placeholder 3"/>
          <p:cNvSpPr>
            <a:spLocks noGrp="1"/>
          </p:cNvSpPr>
          <p:nvPr>
            <p:ph type="sldNum" sz="quarter" idx="5"/>
          </p:nvPr>
        </p:nvSpPr>
        <p:spPr/>
        <p:txBody>
          <a:bodyPr/>
          <a:lstStyle/>
          <a:p>
            <a:fld id="{C5DEE084-A76B-4047-8552-94CAE4B1AA74}" type="slidenum">
              <a:rPr lang="en-US" smtClean="0"/>
              <a:t>19</a:t>
            </a:fld>
            <a:endParaRPr lang="en-US"/>
          </a:p>
        </p:txBody>
      </p:sp>
    </p:spTree>
    <p:extLst>
      <p:ext uri="{BB962C8B-B14F-4D97-AF65-F5344CB8AC3E}">
        <p14:creationId xmlns:p14="http://schemas.microsoft.com/office/powerpoint/2010/main" val="831414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49564F-03A8-414D-84C3-F0844C87564C}"/>
              </a:ext>
            </a:extLst>
          </p:cNvPr>
          <p:cNvSpPr>
            <a:spLocks noGrp="1"/>
          </p:cNvSpPr>
          <p:nvPr>
            <p:ph type="dt" sz="half" idx="10"/>
          </p:nvPr>
        </p:nvSpPr>
        <p:spPr/>
        <p:txBody>
          <a:bodyPr/>
          <a:lstStyle/>
          <a:p>
            <a:fld id="{2F2391CA-1A8E-48ED-AE26-338E218E53F9}" type="datetimeFigureOut">
              <a:rPr lang="en-US" smtClean="0"/>
              <a:t>10/5/2026</a:t>
            </a:fld>
            <a:endParaRPr lang="en-US"/>
          </a:p>
        </p:txBody>
      </p:sp>
      <p:sp>
        <p:nvSpPr>
          <p:cNvPr id="3" name="Footer Placeholder 2">
            <a:extLst>
              <a:ext uri="{FF2B5EF4-FFF2-40B4-BE49-F238E27FC236}">
                <a16:creationId xmlns:a16="http://schemas.microsoft.com/office/drawing/2014/main" id="{0EFC0573-250F-46F7-AAB2-EAFE53DB3C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BBAF3E-9668-4D40-BE67-E3ED0BD72D9A}"/>
              </a:ext>
            </a:extLst>
          </p:cNvPr>
          <p:cNvSpPr>
            <a:spLocks noGrp="1"/>
          </p:cNvSpPr>
          <p:nvPr>
            <p:ph type="sldNum" sz="quarter" idx="12"/>
          </p:nvPr>
        </p:nvSpPr>
        <p:spPr/>
        <p:txBody>
          <a:bodyPr/>
          <a:lstStyle/>
          <a:p>
            <a:fld id="{66C692B3-1D4A-4D70-81CF-3C2852706BC8}" type="slidenum">
              <a:rPr lang="en-US" smtClean="0"/>
              <a:t>‹#›</a:t>
            </a:fld>
            <a:endParaRPr lang="en-US"/>
          </a:p>
        </p:txBody>
      </p:sp>
    </p:spTree>
    <p:extLst>
      <p:ext uri="{BB962C8B-B14F-4D97-AF65-F5344CB8AC3E}">
        <p14:creationId xmlns:p14="http://schemas.microsoft.com/office/powerpoint/2010/main" val="2076457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SPHM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344396-C6CE-8969-1781-46362C7A378C}"/>
              </a:ext>
            </a:extLst>
          </p:cNvPr>
          <p:cNvSpPr>
            <a:spLocks noGrp="1"/>
          </p:cNvSpPr>
          <p:nvPr>
            <p:ph type="title" idx="10"/>
          </p:nvPr>
        </p:nvSpPr>
        <p:spPr>
          <a:xfrm>
            <a:off x="609600" y="406400"/>
            <a:ext cx="10972800" cy="660400"/>
          </a:xfrm>
        </p:spPr>
        <p:txBody>
          <a:bodyPr wrap="square" lIns="0" tIns="0" rIns="0" bIns="0" anchor="t">
            <a:noAutofit/>
          </a:bodyPr>
          <a:lstStyle>
            <a:lvl1pPr algn="l">
              <a:defRPr sz="3000" b="1">
                <a:solidFill>
                  <a:srgbClr val="1B365D"/>
                </a:solidFill>
                <a:latin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537096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PHM Content + Illustra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D2D60B-45CE-2204-B3C7-07E37831505F}"/>
              </a:ext>
            </a:extLst>
          </p:cNvPr>
          <p:cNvSpPr>
            <a:spLocks noGrp="1"/>
          </p:cNvSpPr>
          <p:nvPr>
            <p:ph type="title" idx="10"/>
          </p:nvPr>
        </p:nvSpPr>
        <p:spPr>
          <a:xfrm>
            <a:off x="609600" y="457200"/>
            <a:ext cx="5461000" cy="1066800"/>
          </a:xfrm>
        </p:spPr>
        <p:txBody>
          <a:bodyPr wrap="square" lIns="0" tIns="0" rIns="0" bIns="0" anchor="t">
            <a:noAutofit/>
          </a:bodyPr>
          <a:lstStyle>
            <a:lvl1pPr algn="l">
              <a:defRPr sz="3000" b="1">
                <a:solidFill>
                  <a:srgbClr val="1B365D"/>
                </a:solidFill>
                <a:latin typeface="Calibri" panose="020F0502020204030204" pitchFamily="34" charset="0"/>
              </a:defRPr>
            </a:lvl1pPr>
          </a:lstStyle>
          <a:p>
            <a:r>
              <a:rPr lang="en-US"/>
              <a:t>Click to edit Master title style</a:t>
            </a:r>
          </a:p>
        </p:txBody>
      </p:sp>
      <p:sp>
        <p:nvSpPr>
          <p:cNvPr id="7" name="Illustration panel">
            <a:extLst>
              <a:ext uri="{FF2B5EF4-FFF2-40B4-BE49-F238E27FC236}">
                <a16:creationId xmlns:a16="http://schemas.microsoft.com/office/drawing/2014/main" id="{46CD8774-735C-AF6E-1F54-D1BE4768D72A}"/>
              </a:ext>
            </a:extLst>
          </p:cNvPr>
          <p:cNvSpPr/>
          <p:nvPr userDrawn="1"/>
        </p:nvSpPr>
        <p:spPr>
          <a:xfrm>
            <a:off x="6502400" y="457200"/>
            <a:ext cx="5080000" cy="5943600"/>
          </a:xfrm>
          <a:prstGeom prst="roundRect">
            <a:avLst>
              <a:gd name="adj" fmla="val 5000"/>
            </a:avLst>
          </a:prstGeom>
          <a:solidFill>
            <a:srgbClr val="E3E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21B91663-4E76-86EE-09A7-13CE4278245B}"/>
              </a:ext>
            </a:extLst>
          </p:cNvPr>
          <p:cNvSpPr>
            <a:spLocks noGrp="1"/>
          </p:cNvSpPr>
          <p:nvPr>
            <p:ph type="pic" idx="11" hasCustomPrompt="1"/>
          </p:nvPr>
        </p:nvSpPr>
        <p:spPr>
          <a:xfrm>
            <a:off x="6502400" y="457200"/>
            <a:ext cx="5080000" cy="5943600"/>
          </a:xfrm>
          <a:prstGeom prst="roundRect">
            <a:avLst>
              <a:gd name="adj" fmla="val 5000"/>
            </a:avLst>
          </a:prstGeom>
        </p:spPr>
        <p:txBody>
          <a:bodyPr/>
          <a:lstStyle>
            <a:lvl1pPr>
              <a:defRPr sz="1400">
                <a:solidFill>
                  <a:srgbClr val="5A6B7D"/>
                </a:solidFill>
              </a:defRPr>
            </a:lvl1pPr>
          </a:lstStyle>
          <a:p>
            <a:r>
              <a:rPr lang="en-US"/>
              <a:t>Click the icon to add an illustration (see the image prompt in this slide's notes)</a:t>
            </a:r>
          </a:p>
        </p:txBody>
      </p:sp>
    </p:spTree>
    <p:extLst>
      <p:ext uri="{BB962C8B-B14F-4D97-AF65-F5344CB8AC3E}">
        <p14:creationId xmlns:p14="http://schemas.microsoft.com/office/powerpoint/2010/main" val="687324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SPHM Section">
    <p:bg>
      <p:bgPr>
        <a:solidFill>
          <a:srgbClr val="1B365D"/>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CC7453D-15F4-65B2-571E-786892BBCEED}"/>
              </a:ext>
            </a:extLst>
          </p:cNvPr>
          <p:cNvSpPr>
            <a:spLocks noGrp="1"/>
          </p:cNvSpPr>
          <p:nvPr>
            <p:ph type="title" idx="10"/>
          </p:nvPr>
        </p:nvSpPr>
        <p:spPr>
          <a:xfrm>
            <a:off x="609600" y="2235199"/>
            <a:ext cx="5334000" cy="1905000"/>
          </a:xfrm>
        </p:spPr>
        <p:txBody>
          <a:bodyPr wrap="square" lIns="0" tIns="0" rIns="0" bIns="0" anchor="t">
            <a:noAutofit/>
          </a:bodyPr>
          <a:lstStyle>
            <a:lvl1pPr algn="l">
              <a:defRPr sz="4000" b="1">
                <a:solidFill>
                  <a:srgbClr val="FFFFFF"/>
                </a:solidFill>
                <a:latin typeface="Calibri" panose="020F0502020204030204" pitchFamily="34" charset="0"/>
              </a:defRPr>
            </a:lvl1pPr>
          </a:lstStyle>
          <a:p>
            <a:r>
              <a:rPr lang="en-US"/>
              <a:t>Click to edit Master title style</a:t>
            </a:r>
          </a:p>
        </p:txBody>
      </p:sp>
      <p:sp>
        <p:nvSpPr>
          <p:cNvPr id="7" name="Illustration panel">
            <a:extLst>
              <a:ext uri="{FF2B5EF4-FFF2-40B4-BE49-F238E27FC236}">
                <a16:creationId xmlns:a16="http://schemas.microsoft.com/office/drawing/2014/main" id="{4C97A1B3-5987-39B4-0648-6D82A631D7A4}"/>
              </a:ext>
            </a:extLst>
          </p:cNvPr>
          <p:cNvSpPr/>
          <p:nvPr userDrawn="1"/>
        </p:nvSpPr>
        <p:spPr>
          <a:xfrm>
            <a:off x="6502400" y="457200"/>
            <a:ext cx="5080000" cy="5943600"/>
          </a:xfrm>
          <a:prstGeom prst="roundRect">
            <a:avLst>
              <a:gd name="adj" fmla="val 5000"/>
            </a:avLst>
          </a:prstGeom>
          <a:solidFill>
            <a:srgbClr val="2A4A7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43689BE9-9563-150D-A2FB-8174A4209561}"/>
              </a:ext>
            </a:extLst>
          </p:cNvPr>
          <p:cNvSpPr>
            <a:spLocks noGrp="1"/>
          </p:cNvSpPr>
          <p:nvPr>
            <p:ph type="pic" idx="11" hasCustomPrompt="1"/>
          </p:nvPr>
        </p:nvSpPr>
        <p:spPr>
          <a:xfrm>
            <a:off x="6502400" y="457200"/>
            <a:ext cx="5080000" cy="5943600"/>
          </a:xfrm>
          <a:prstGeom prst="roundRect">
            <a:avLst>
              <a:gd name="adj" fmla="val 5000"/>
            </a:avLst>
          </a:prstGeom>
        </p:spPr>
        <p:txBody>
          <a:bodyPr/>
          <a:lstStyle>
            <a:lvl1pPr>
              <a:defRPr sz="1400">
                <a:solidFill>
                  <a:srgbClr val="5A6B7D"/>
                </a:solidFill>
              </a:defRPr>
            </a:lvl1pPr>
          </a:lstStyle>
          <a:p>
            <a:r>
              <a:rPr lang="en-US"/>
              <a:t>Click the icon to add an illustration (see the image prompt in this slide's notes)</a:t>
            </a:r>
          </a:p>
        </p:txBody>
      </p:sp>
    </p:spTree>
    <p:extLst>
      <p:ext uri="{BB962C8B-B14F-4D97-AF65-F5344CB8AC3E}">
        <p14:creationId xmlns:p14="http://schemas.microsoft.com/office/powerpoint/2010/main" val="3740845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SPHM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29574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E2ECF7"/>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D7AC10-45DD-48C5-899D-7B3F00B248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04CE76-2834-48B6-BB43-CC5DBBBD73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AEE9A-0F59-4755-8C56-6C492C5C33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2391CA-1A8E-48ED-AE26-338E218E53F9}" type="datetimeFigureOut">
              <a:rPr lang="en-US" smtClean="0"/>
              <a:t>10/5/2026</a:t>
            </a:fld>
            <a:endParaRPr lang="en-US"/>
          </a:p>
        </p:txBody>
      </p:sp>
      <p:sp>
        <p:nvSpPr>
          <p:cNvPr id="5" name="Footer Placeholder 4">
            <a:extLst>
              <a:ext uri="{FF2B5EF4-FFF2-40B4-BE49-F238E27FC236}">
                <a16:creationId xmlns:a16="http://schemas.microsoft.com/office/drawing/2014/main" id="{3EA2EC1E-B687-428D-95A1-0B43E08A78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D70531-9C94-4372-9C10-4740D549F0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692B3-1D4A-4D70-81CF-3C2852706BC8}" type="slidenum">
              <a:rPr lang="en-US" smtClean="0"/>
              <a:t>‹#›</a:t>
            </a:fld>
            <a:endParaRPr lang="en-US"/>
          </a:p>
        </p:txBody>
      </p:sp>
    </p:spTree>
    <p:extLst>
      <p:ext uri="{BB962C8B-B14F-4D97-AF65-F5344CB8AC3E}">
        <p14:creationId xmlns:p14="http://schemas.microsoft.com/office/powerpoint/2010/main" val="1690936500"/>
      </p:ext>
    </p:extLst>
  </p:cSld>
  <p:clrMap bg1="lt1" tx1="dk1" bg2="lt2" tx2="dk2" accent1="accent1" accent2="accent2" accent3="accent3" accent4="accent4" accent5="accent5" accent6="accent6" hlink="hlink" folHlink="folHlink"/>
  <p:sldLayoutIdLst>
    <p:sldLayoutId id="2147483655" r:id="rId1"/>
    <p:sldLayoutId id="2147483660" r:id="rId2"/>
    <p:sldLayoutId id="2147483661" r:id="rId3"/>
    <p:sldLayoutId id="2147483662" r:id="rId4"/>
    <p:sldLayoutId id="214748366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Bss2VEvrdcw?feature=oembed" TargetMode="External"/><Relationship Id="rId5" Type="http://schemas.openxmlformats.org/officeDocument/2006/relationships/hyperlink" Target="https://youtu.be/Bss2VEvrdcw?si=Qpu0fF4hVdrUp18e" TargetMode="Externa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12"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jpeg"/><Relationship Id="rId11" Type="http://schemas.openxmlformats.org/officeDocument/2006/relationships/image" Target="../media/image17.jpeg"/><Relationship Id="rId5" Type="http://schemas.openxmlformats.org/officeDocument/2006/relationships/image" Target="../media/image11.jpeg"/><Relationship Id="rId10" Type="http://schemas.openxmlformats.org/officeDocument/2006/relationships/image" Target="../media/image16.jpeg"/><Relationship Id="rId4" Type="http://schemas.openxmlformats.org/officeDocument/2006/relationships/image" Target="../media/image10.jpeg"/><Relationship Id="rId9" Type="http://schemas.openxmlformats.org/officeDocument/2006/relationships/image" Target="../media/image15.jpe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jpe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Hero illustration" descr="Illustration: two staff members safely transfer a smiling patient with a ceiling lift and sling.">
            <a:extLst>
              <a:ext uri="{FF2B5EF4-FFF2-40B4-BE49-F238E27FC236}">
                <a16:creationId xmlns:a16="http://schemas.microsoft.com/office/drawing/2014/main" id="{2A78D6B7-076B-E857-E18E-8BE96036DEE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 backdrop">
            <a:extLst>
              <a:ext uri="{FF2B5EF4-FFF2-40B4-BE49-F238E27FC236}">
                <a16:creationId xmlns:a16="http://schemas.microsoft.com/office/drawing/2014/main" id="{0292592B-3A9D-8D72-C60B-30DE5EBC29EA}"/>
              </a:ext>
            </a:extLst>
          </p:cNvPr>
          <p:cNvSpPr/>
          <p:nvPr/>
        </p:nvSpPr>
        <p:spPr>
          <a:xfrm>
            <a:off x="0" y="0"/>
            <a:ext cx="5969000" cy="6858000"/>
          </a:xfrm>
          <a:prstGeom prst="rect">
            <a:avLst/>
          </a:prstGeom>
          <a:solidFill>
            <a:srgbClr val="FFFFFF">
              <a:alpha val="8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CCFD0BA-CD56-3DC3-55BD-5C1BEFBA0556}"/>
              </a:ext>
            </a:extLst>
          </p:cNvPr>
          <p:cNvSpPr txBox="1"/>
          <p:nvPr/>
        </p:nvSpPr>
        <p:spPr>
          <a:xfrm>
            <a:off x="609600" y="889000"/>
            <a:ext cx="5080000" cy="254000"/>
          </a:xfrm>
          <a:prstGeom prst="rect">
            <a:avLst/>
          </a:prstGeom>
          <a:noFill/>
        </p:spPr>
        <p:txBody>
          <a:bodyPr vert="horz" wrap="square" lIns="0" tIns="0" rIns="0" bIns="0" rtlCol="0" anchor="t">
            <a:noAutofit/>
          </a:bodyPr>
          <a:lstStyle/>
          <a:p>
            <a:r>
              <a:rPr lang="en-US" sz="1300" b="1" spc="150">
                <a:solidFill>
                  <a:srgbClr val="23898F"/>
                </a:solidFill>
                <a:latin typeface="Calibri" panose="020F0502020204030204" pitchFamily="34" charset="0"/>
              </a:rPr>
              <a:t>NEW EMPLOYEE ORIENTATION</a:t>
            </a:r>
          </a:p>
        </p:txBody>
      </p:sp>
      <p:sp>
        <p:nvSpPr>
          <p:cNvPr id="6" name="Deck title">
            <a:extLst>
              <a:ext uri="{FF2B5EF4-FFF2-40B4-BE49-F238E27FC236}">
                <a16:creationId xmlns:a16="http://schemas.microsoft.com/office/drawing/2014/main" id="{13E5C2D1-ED92-A7B5-5266-02A89CD5F336}"/>
              </a:ext>
            </a:extLst>
          </p:cNvPr>
          <p:cNvSpPr txBox="1"/>
          <p:nvPr/>
        </p:nvSpPr>
        <p:spPr>
          <a:xfrm>
            <a:off x="609600" y="1244600"/>
            <a:ext cx="5080000" cy="1905000"/>
          </a:xfrm>
          <a:prstGeom prst="rect">
            <a:avLst/>
          </a:prstGeom>
          <a:noFill/>
        </p:spPr>
        <p:txBody>
          <a:bodyPr vert="horz" wrap="square" lIns="0" tIns="0" rIns="0" bIns="0" rtlCol="0" anchor="t">
            <a:noAutofit/>
          </a:bodyPr>
          <a:lstStyle/>
          <a:p>
            <a:r>
              <a:rPr lang="en-US" sz="3800" b="1">
                <a:solidFill>
                  <a:srgbClr val="1B365D"/>
                </a:solidFill>
                <a:latin typeface="Calibri" panose="020F0502020204030204" pitchFamily="34" charset="0"/>
              </a:rPr>
              <a:t>The Safe Patient Handling and Mobility Program</a:t>
            </a:r>
          </a:p>
        </p:txBody>
      </p:sp>
      <p:sp>
        <p:nvSpPr>
          <p:cNvPr id="7" name="TextBox 6">
            <a:extLst>
              <a:ext uri="{FF2B5EF4-FFF2-40B4-BE49-F238E27FC236}">
                <a16:creationId xmlns:a16="http://schemas.microsoft.com/office/drawing/2014/main" id="{C360E3EB-0696-D59D-A676-217E880BC0F9}"/>
              </a:ext>
            </a:extLst>
          </p:cNvPr>
          <p:cNvSpPr txBox="1"/>
          <p:nvPr/>
        </p:nvSpPr>
        <p:spPr>
          <a:xfrm>
            <a:off x="609600" y="3276600"/>
            <a:ext cx="5080000" cy="431800"/>
          </a:xfrm>
          <a:prstGeom prst="rect">
            <a:avLst/>
          </a:prstGeom>
          <a:noFill/>
        </p:spPr>
        <p:txBody>
          <a:bodyPr vert="horz" wrap="square" lIns="0" tIns="0" rIns="0" bIns="0" rtlCol="0" anchor="t">
            <a:noAutofit/>
          </a:bodyPr>
          <a:lstStyle/>
          <a:p>
            <a:r>
              <a:rPr lang="en-US" sz="2200">
                <a:solidFill>
                  <a:srgbClr val="2F6DB5"/>
                </a:solidFill>
                <a:latin typeface="Calibri" panose="020F0502020204030204" pitchFamily="34" charset="0"/>
              </a:rPr>
              <a:t>How it relates to you and your job</a:t>
            </a:r>
          </a:p>
        </p:txBody>
      </p:sp>
      <p:sp>
        <p:nvSpPr>
          <p:cNvPr id="8" name="TextBox 7">
            <a:extLst>
              <a:ext uri="{FF2B5EF4-FFF2-40B4-BE49-F238E27FC236}">
                <a16:creationId xmlns:a16="http://schemas.microsoft.com/office/drawing/2014/main" id="{9F51058C-AD5F-6A4B-C711-7803C95ADFCD}"/>
              </a:ext>
            </a:extLst>
          </p:cNvPr>
          <p:cNvSpPr txBox="1"/>
          <p:nvPr/>
        </p:nvSpPr>
        <p:spPr>
          <a:xfrm>
            <a:off x="609600" y="5207000"/>
            <a:ext cx="5080000" cy="1016000"/>
          </a:xfrm>
          <a:prstGeom prst="rect">
            <a:avLst/>
          </a:prstGeom>
          <a:noFill/>
        </p:spPr>
        <p:txBody>
          <a:bodyPr vert="horz" wrap="square" lIns="0" tIns="0" rIns="0" bIns="0" rtlCol="0" anchor="t">
            <a:noAutofit/>
          </a:bodyPr>
          <a:lstStyle/>
          <a:p>
            <a:pPr>
              <a:spcAft>
                <a:spcPts val="200"/>
              </a:spcAft>
            </a:pPr>
            <a:r>
              <a:rPr lang="en-US" sz="1600" b="1">
                <a:solidFill>
                  <a:srgbClr val="1B365D"/>
                </a:solidFill>
                <a:latin typeface="Calibri" panose="020F0502020204030204" pitchFamily="34" charset="0"/>
              </a:rPr>
              <a:t>Daniel Agbogidi, BSN, RN</a:t>
            </a:r>
          </a:p>
          <a:p>
            <a:pPr>
              <a:spcAft>
                <a:spcPts val="200"/>
              </a:spcAft>
            </a:pPr>
            <a:r>
              <a:rPr lang="en-US" sz="1500">
                <a:solidFill>
                  <a:srgbClr val="26313D"/>
                </a:solidFill>
                <a:latin typeface="Calibri" panose="020F0502020204030204" pitchFamily="34" charset="0"/>
              </a:rPr>
              <a:t>Safe Patient Handling &amp; Mobility Program Manager</a:t>
            </a:r>
          </a:p>
          <a:p>
            <a:pPr>
              <a:spcAft>
                <a:spcPts val="200"/>
              </a:spcAft>
            </a:pPr>
            <a:r>
              <a:rPr lang="en-US" sz="1500">
                <a:solidFill>
                  <a:srgbClr val="26313D"/>
                </a:solidFill>
                <a:latin typeface="Calibri" panose="020F0502020204030204" pitchFamily="34" charset="0"/>
              </a:rPr>
              <a:t>VA Central California Health Care System</a:t>
            </a:r>
          </a:p>
        </p:txBody>
      </p:sp>
    </p:spTree>
    <p:extLst>
      <p:ext uri="{BB962C8B-B14F-4D97-AF65-F5344CB8AC3E}">
        <p14:creationId xmlns:p14="http://schemas.microsoft.com/office/powerpoint/2010/main" val="1962573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F485-9177-9D2D-D5EC-D697393809E8}"/>
              </a:ext>
            </a:extLst>
          </p:cNvPr>
          <p:cNvSpPr>
            <a:spLocks noGrp="1"/>
          </p:cNvSpPr>
          <p:nvPr>
            <p:ph type="title" idx="10"/>
          </p:nvPr>
        </p:nvSpPr>
        <p:spPr/>
        <p:txBody>
          <a:bodyPr/>
          <a:lstStyle/>
          <a:p>
            <a:r>
              <a:rPr lang="en-US"/>
              <a:t>SPHM is a national and local priority</a:t>
            </a:r>
          </a:p>
        </p:txBody>
      </p:sp>
      <p:sp>
        <p:nvSpPr>
          <p:cNvPr id="3" name="Rectangle: Rounded Corners 2">
            <a:extLst>
              <a:ext uri="{FF2B5EF4-FFF2-40B4-BE49-F238E27FC236}">
                <a16:creationId xmlns:a16="http://schemas.microsoft.com/office/drawing/2014/main" id="{5519D907-A370-C245-CCFD-973D4E9806BE}"/>
              </a:ext>
            </a:extLst>
          </p:cNvPr>
          <p:cNvSpPr/>
          <p:nvPr/>
        </p:nvSpPr>
        <p:spPr>
          <a:xfrm>
            <a:off x="609600" y="1473200"/>
            <a:ext cx="5334000" cy="2921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49758A4E-0B38-780E-D1CE-262FDFC4D671}"/>
              </a:ext>
            </a:extLst>
          </p:cNvPr>
          <p:cNvSpPr/>
          <p:nvPr/>
        </p:nvSpPr>
        <p:spPr>
          <a:xfrm>
            <a:off x="965200" y="1778000"/>
            <a:ext cx="812800" cy="8128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30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08C87383-F7F3-37E5-A21D-CC01A41BE2E1}"/>
              </a:ext>
            </a:extLst>
          </p:cNvPr>
          <p:cNvSpPr txBox="1"/>
          <p:nvPr/>
        </p:nvSpPr>
        <p:spPr>
          <a:xfrm>
            <a:off x="965200" y="2844800"/>
            <a:ext cx="4622800" cy="1905000"/>
          </a:xfrm>
          <a:prstGeom prst="rect">
            <a:avLst/>
          </a:prstGeom>
          <a:noFill/>
        </p:spPr>
        <p:txBody>
          <a:bodyPr vert="horz" wrap="square" lIns="0" tIns="0" rIns="0" bIns="0" rtlCol="0" anchor="t">
            <a:noAutofit/>
          </a:bodyPr>
          <a:lstStyle/>
          <a:p>
            <a:pPr>
              <a:spcAft>
                <a:spcPts val="800"/>
              </a:spcAft>
            </a:pPr>
            <a:r>
              <a:rPr lang="en-US" sz="2200" b="1">
                <a:solidFill>
                  <a:srgbClr val="1B365D"/>
                </a:solidFill>
                <a:latin typeface="Calibri" panose="020F0502020204030204" pitchFamily="34" charset="0"/>
              </a:rPr>
              <a:t>VHA Directive 1611</a:t>
            </a:r>
          </a:p>
          <a:p>
            <a:pPr>
              <a:spcAft>
                <a:spcPts val="800"/>
              </a:spcAft>
            </a:pPr>
            <a:r>
              <a:rPr lang="en-US" sz="1700">
                <a:solidFill>
                  <a:srgbClr val="26313D"/>
                </a:solidFill>
                <a:latin typeface="Calibri" panose="020F0502020204030204" pitchFamily="34" charset="0"/>
              </a:rPr>
              <a:t>Establishes Safe Patient Handling and Mobility as a Veterans Health Administration priority: every VA medical facility must run an SPHM program.</a:t>
            </a:r>
          </a:p>
        </p:txBody>
      </p:sp>
      <p:sp>
        <p:nvSpPr>
          <p:cNvPr id="6" name="Rectangle: Rounded Corners 5">
            <a:extLst>
              <a:ext uri="{FF2B5EF4-FFF2-40B4-BE49-F238E27FC236}">
                <a16:creationId xmlns:a16="http://schemas.microsoft.com/office/drawing/2014/main" id="{2766E9B7-B6E9-48BC-C553-1AB2583153EF}"/>
              </a:ext>
            </a:extLst>
          </p:cNvPr>
          <p:cNvSpPr/>
          <p:nvPr/>
        </p:nvSpPr>
        <p:spPr>
          <a:xfrm>
            <a:off x="6248400" y="1473200"/>
            <a:ext cx="5334000" cy="2921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15BC554-99A5-E45D-5ED9-47749392E07F}"/>
              </a:ext>
            </a:extLst>
          </p:cNvPr>
          <p:cNvSpPr/>
          <p:nvPr/>
        </p:nvSpPr>
        <p:spPr>
          <a:xfrm>
            <a:off x="6604000" y="1778000"/>
            <a:ext cx="812800" cy="8128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30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B3B0E230-53C7-05CB-76D7-DFEDD399BE12}"/>
              </a:ext>
            </a:extLst>
          </p:cNvPr>
          <p:cNvSpPr txBox="1"/>
          <p:nvPr/>
        </p:nvSpPr>
        <p:spPr>
          <a:xfrm>
            <a:off x="6604000" y="2844800"/>
            <a:ext cx="4622800" cy="1905000"/>
          </a:xfrm>
          <a:prstGeom prst="rect">
            <a:avLst/>
          </a:prstGeom>
          <a:noFill/>
        </p:spPr>
        <p:txBody>
          <a:bodyPr vert="horz" wrap="square" lIns="0" tIns="0" rIns="0" bIns="0" rtlCol="0" anchor="t">
            <a:noAutofit/>
          </a:bodyPr>
          <a:lstStyle/>
          <a:p>
            <a:pPr>
              <a:spcAft>
                <a:spcPts val="800"/>
              </a:spcAft>
            </a:pPr>
            <a:r>
              <a:rPr lang="en-US" sz="2200" b="1">
                <a:solidFill>
                  <a:srgbClr val="1B365D"/>
                </a:solidFill>
                <a:latin typeface="Calibri" panose="020F0502020204030204" pitchFamily="34" charset="0"/>
              </a:rPr>
              <a:t>Medical Center Policy 118-21-013</a:t>
            </a:r>
          </a:p>
          <a:p>
            <a:pPr>
              <a:spcAft>
                <a:spcPts val="800"/>
              </a:spcAft>
            </a:pPr>
            <a:r>
              <a:rPr lang="en-US" sz="1700">
                <a:solidFill>
                  <a:srgbClr val="26313D"/>
                </a:solidFill>
                <a:latin typeface="Calibri" panose="020F0502020204030204" pitchFamily="34" charset="0"/>
              </a:rPr>
              <a:t>Sets the Safe Patient Handling and Mobility policy for VA Central California Health Care System (VACCHS).</a:t>
            </a:r>
          </a:p>
        </p:txBody>
      </p:sp>
      <p:sp>
        <p:nvSpPr>
          <p:cNvPr id="9" name="TextBox 8">
            <a:extLst>
              <a:ext uri="{FF2B5EF4-FFF2-40B4-BE49-F238E27FC236}">
                <a16:creationId xmlns:a16="http://schemas.microsoft.com/office/drawing/2014/main" id="{99D2E6B9-7327-8DCD-C635-49D4E30A3C27}"/>
              </a:ext>
            </a:extLst>
          </p:cNvPr>
          <p:cNvSpPr txBox="1"/>
          <p:nvPr/>
        </p:nvSpPr>
        <p:spPr>
          <a:xfrm>
            <a:off x="609600" y="4826000"/>
            <a:ext cx="10972800" cy="508000"/>
          </a:xfrm>
          <a:prstGeom prst="rect">
            <a:avLst/>
          </a:prstGeom>
          <a:noFill/>
        </p:spPr>
        <p:txBody>
          <a:bodyPr vert="horz" wrap="square" lIns="0" tIns="0" rIns="0" bIns="0" rtlCol="0" anchor="ctr">
            <a:noAutofit/>
          </a:bodyPr>
          <a:lstStyle/>
          <a:p>
            <a:pPr algn="ctr"/>
            <a:r>
              <a:rPr lang="en-US" sz="2200" b="1">
                <a:solidFill>
                  <a:srgbClr val="1B365D"/>
                </a:solidFill>
                <a:latin typeface="Calibri" panose="020F0502020204030204" pitchFamily="34" charset="0"/>
              </a:rPr>
              <a:t>SPHM is required, not optional: nationally and here at VACCHS.</a:t>
            </a:r>
          </a:p>
        </p:txBody>
      </p:sp>
    </p:spTree>
    <p:extLst>
      <p:ext uri="{BB962C8B-B14F-4D97-AF65-F5344CB8AC3E}">
        <p14:creationId xmlns:p14="http://schemas.microsoft.com/office/powerpoint/2010/main" val="2358317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3C4E0-DC4D-2DC9-CD12-177C60163A31}"/>
              </a:ext>
            </a:extLst>
          </p:cNvPr>
          <p:cNvSpPr>
            <a:spLocks noGrp="1"/>
          </p:cNvSpPr>
          <p:nvPr>
            <p:ph type="title" idx="10"/>
          </p:nvPr>
        </p:nvSpPr>
        <p:spPr>
          <a:xfrm>
            <a:off x="609600" y="406400"/>
            <a:ext cx="10972800" cy="660400"/>
          </a:xfrm>
        </p:spPr>
        <p:txBody>
          <a:bodyPr lIns="0" anchor="t">
            <a:normAutofit/>
          </a:bodyPr>
          <a:lstStyle/>
          <a:p>
            <a:r>
              <a:rPr lang="en-US"/>
              <a:t>Video: ANA on safe patient handling and mobility</a:t>
            </a:r>
            <a:endParaRPr lang="en-US" dirty="0"/>
          </a:p>
        </p:txBody>
      </p:sp>
      <p:pic>
        <p:nvPicPr>
          <p:cNvPr id="4" name="Online Media 3" title="ANA Presents Safe Patient Handling and Mobility">
            <a:hlinkClick r:id="" action="ppaction://media"/>
            <a:extLst>
              <a:ext uri="{FF2B5EF4-FFF2-40B4-BE49-F238E27FC236}">
                <a16:creationId xmlns:a16="http://schemas.microsoft.com/office/drawing/2014/main" id="{8B7CB6A3-4122-FB52-ABA4-8B095CEB0251}"/>
              </a:ext>
            </a:extLst>
          </p:cNvPr>
          <p:cNvPicPr>
            <a:picLocks noGrp="1" noRot="1" noChangeAspect="1"/>
          </p:cNvPicPr>
          <p:nvPr>
            <p:ph idx="4294967295"/>
            <a:videoFile r:link="rId1"/>
          </p:nvPr>
        </p:nvPicPr>
        <p:blipFill>
          <a:blip r:embed="rId4"/>
          <a:stretch>
            <a:fillRect/>
          </a:stretch>
        </p:blipFill>
        <p:spPr>
          <a:xfrm>
            <a:off x="1828800" y="1270000"/>
            <a:ext cx="8534400" cy="4822262"/>
          </a:xfrm>
          <a:prstGeom prst="rect">
            <a:avLst/>
          </a:prstGeom>
        </p:spPr>
      </p:pic>
      <p:sp>
        <p:nvSpPr>
          <p:cNvPr id="3" name="TextBox 2">
            <a:extLst>
              <a:ext uri="{FF2B5EF4-FFF2-40B4-BE49-F238E27FC236}">
                <a16:creationId xmlns:a16="http://schemas.microsoft.com/office/drawing/2014/main" id="{050F14DD-385D-5DD9-6782-F5B31C660EDD}"/>
              </a:ext>
            </a:extLst>
          </p:cNvPr>
          <p:cNvSpPr txBox="1"/>
          <p:nvPr/>
        </p:nvSpPr>
        <p:spPr>
          <a:xfrm>
            <a:off x="609600" y="6219262"/>
            <a:ext cx="10972800" cy="254000"/>
          </a:xfrm>
          <a:prstGeom prst="rect">
            <a:avLst/>
          </a:prstGeom>
          <a:noFill/>
        </p:spPr>
        <p:txBody>
          <a:bodyPr vert="horz" wrap="square" lIns="0" tIns="0" rIns="0" bIns="0" rtlCol="0" anchor="t">
            <a:noAutofit/>
          </a:bodyPr>
          <a:lstStyle/>
          <a:p>
            <a:pPr algn="ctr"/>
            <a:r>
              <a:rPr lang="en-US" sz="1200">
                <a:solidFill>
                  <a:srgbClr val="5A6B7D"/>
                </a:solidFill>
                <a:latin typeface="Calibri" panose="020F0502020204030204" pitchFamily="34" charset="0"/>
                <a:hlinkClick r:id="rId5"/>
              </a:rPr>
              <a:t>American Nurses Association · youtu.be/Bss2VEvrdcw</a:t>
            </a:r>
            <a:endParaRPr lang="en-US" sz="1200">
              <a:solidFill>
                <a:srgbClr val="5A6B7D"/>
              </a:solidFill>
              <a:latin typeface="Calibri" panose="020F0502020204030204" pitchFamily="34" charset="0"/>
            </a:endParaRPr>
          </a:p>
        </p:txBody>
      </p:sp>
    </p:spTree>
    <p:extLst>
      <p:ext uri="{BB962C8B-B14F-4D97-AF65-F5344CB8AC3E}">
        <p14:creationId xmlns:p14="http://schemas.microsoft.com/office/powerpoint/2010/main" val="255316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8EBA0-BAC3-FDC4-A3D0-B4424FB5C1A1}"/>
              </a:ext>
            </a:extLst>
          </p:cNvPr>
          <p:cNvSpPr>
            <a:spLocks noGrp="1"/>
          </p:cNvSpPr>
          <p:nvPr>
            <p:ph type="title" idx="10"/>
          </p:nvPr>
        </p:nvSpPr>
        <p:spPr/>
        <p:txBody>
          <a:bodyPr/>
          <a:lstStyle/>
          <a:p>
            <a:r>
              <a:rPr lang="en-US"/>
              <a:t>VHA Directive 1611: what it requires</a:t>
            </a:r>
          </a:p>
        </p:txBody>
      </p:sp>
      <p:sp>
        <p:nvSpPr>
          <p:cNvPr id="3" name="Rectangle: Rounded Corners 2">
            <a:extLst>
              <a:ext uri="{FF2B5EF4-FFF2-40B4-BE49-F238E27FC236}">
                <a16:creationId xmlns:a16="http://schemas.microsoft.com/office/drawing/2014/main" id="{8EABEFF8-FE48-65F8-ADD4-CB0CF8EB0C56}"/>
              </a:ext>
            </a:extLst>
          </p:cNvPr>
          <p:cNvSpPr/>
          <p:nvPr/>
        </p:nvSpPr>
        <p:spPr>
          <a:xfrm>
            <a:off x="609600" y="1371600"/>
            <a:ext cx="3810000" cy="4826000"/>
          </a:xfrm>
          <a:prstGeom prst="roundRect">
            <a:avLst>
              <a:gd name="adj" fmla="val 7000"/>
            </a:avLst>
          </a:prstGeom>
          <a:solidFill>
            <a:srgbClr val="1B365D"/>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56FDA59-46A4-48D6-993C-859899AE14E7}"/>
              </a:ext>
            </a:extLst>
          </p:cNvPr>
          <p:cNvSpPr txBox="1"/>
          <p:nvPr/>
        </p:nvSpPr>
        <p:spPr>
          <a:xfrm>
            <a:off x="965200" y="1778000"/>
            <a:ext cx="3098800" cy="4191000"/>
          </a:xfrm>
          <a:prstGeom prst="rect">
            <a:avLst/>
          </a:prstGeom>
          <a:noFill/>
        </p:spPr>
        <p:txBody>
          <a:bodyPr vert="horz" wrap="square" lIns="0" tIns="0" rIns="0" bIns="0" rtlCol="0" anchor="t">
            <a:noAutofit/>
          </a:bodyPr>
          <a:lstStyle/>
          <a:p>
            <a:pPr>
              <a:spcAft>
                <a:spcPts val="400"/>
              </a:spcAft>
            </a:pPr>
            <a:r>
              <a:rPr lang="en-US" sz="7200" b="1">
                <a:solidFill>
                  <a:srgbClr val="F2B33D"/>
                </a:solidFill>
                <a:latin typeface="Calibri" panose="020F0502020204030204" pitchFamily="34" charset="0"/>
              </a:rPr>
              <a:t>35 lb</a:t>
            </a:r>
          </a:p>
          <a:p>
            <a:pPr>
              <a:spcAft>
                <a:spcPts val="400"/>
              </a:spcAft>
            </a:pPr>
            <a:r>
              <a:rPr lang="en-US" sz="2000" b="1">
                <a:solidFill>
                  <a:srgbClr val="FFFFFF"/>
                </a:solidFill>
                <a:latin typeface="Calibri" panose="020F0502020204030204" pitchFamily="34" charset="0"/>
              </a:rPr>
              <a:t>of patient weight</a:t>
            </a:r>
          </a:p>
          <a:p>
            <a:pPr>
              <a:spcAft>
                <a:spcPts val="400"/>
              </a:spcAft>
            </a:pPr>
            <a:endParaRPr lang="en-US" sz="2000">
              <a:solidFill>
                <a:srgbClr val="FFFFFF"/>
              </a:solidFill>
              <a:latin typeface="Calibri" panose="020F0502020204030204" pitchFamily="34" charset="0"/>
            </a:endParaRPr>
          </a:p>
          <a:p>
            <a:pPr>
              <a:spcAft>
                <a:spcPts val="400"/>
              </a:spcAft>
            </a:pPr>
            <a:r>
              <a:rPr lang="en-US" sz="2000">
                <a:solidFill>
                  <a:srgbClr val="FFFFFF"/>
                </a:solidFill>
                <a:latin typeface="Calibri" panose="020F0502020204030204" pitchFamily="34" charset="0"/>
              </a:rPr>
              <a:t>Above this, or whenever a task needs excessive force, employees must use SPHM technology.</a:t>
            </a:r>
          </a:p>
        </p:txBody>
      </p:sp>
      <p:sp>
        <p:nvSpPr>
          <p:cNvPr id="5" name="Oval 4">
            <a:extLst>
              <a:ext uri="{FF2B5EF4-FFF2-40B4-BE49-F238E27FC236}">
                <a16:creationId xmlns:a16="http://schemas.microsoft.com/office/drawing/2014/main" id="{9240BA49-91B5-329B-5DF4-108E1AF8A7B4}"/>
              </a:ext>
            </a:extLst>
          </p:cNvPr>
          <p:cNvSpPr/>
          <p:nvPr/>
        </p:nvSpPr>
        <p:spPr>
          <a:xfrm>
            <a:off x="4826000" y="1422400"/>
            <a:ext cx="381000" cy="3810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21D1E79B-87C9-46FC-C810-5CC877B871F1}"/>
              </a:ext>
            </a:extLst>
          </p:cNvPr>
          <p:cNvSpPr txBox="1"/>
          <p:nvPr/>
        </p:nvSpPr>
        <p:spPr>
          <a:xfrm>
            <a:off x="5410200" y="1371600"/>
            <a:ext cx="6172200" cy="1168400"/>
          </a:xfrm>
          <a:prstGeom prst="rect">
            <a:avLst/>
          </a:prstGeom>
          <a:noFill/>
        </p:spPr>
        <p:txBody>
          <a:bodyPr vert="horz" wrap="square" lIns="0" tIns="0" rIns="0" bIns="0" rtlCol="0" anchor="t">
            <a:noAutofit/>
          </a:bodyPr>
          <a:lstStyle/>
          <a:p>
            <a:pPr>
              <a:spcAft>
                <a:spcPts val="200"/>
              </a:spcAft>
            </a:pPr>
            <a:r>
              <a:rPr lang="en-US" sz="1700" b="1">
                <a:solidFill>
                  <a:srgbClr val="1B365D"/>
                </a:solidFill>
                <a:latin typeface="Calibri" panose="020F0502020204030204" pitchFamily="34" charset="0"/>
              </a:rPr>
              <a:t>Every VA medical facility</a:t>
            </a:r>
          </a:p>
          <a:p>
            <a:pPr>
              <a:spcAft>
                <a:spcPts val="200"/>
              </a:spcAft>
            </a:pPr>
            <a:r>
              <a:rPr lang="en-US" sz="1500">
                <a:solidFill>
                  <a:srgbClr val="26313D"/>
                </a:solidFill>
                <a:latin typeface="Calibri" panose="020F0502020204030204" pitchFamily="34" charset="0"/>
              </a:rPr>
              <a:t>must implement an SPHM program and build SPHM technology into the planning and design of new construction and renovations.</a:t>
            </a:r>
          </a:p>
        </p:txBody>
      </p:sp>
      <p:sp>
        <p:nvSpPr>
          <p:cNvPr id="7" name="Oval 6">
            <a:extLst>
              <a:ext uri="{FF2B5EF4-FFF2-40B4-BE49-F238E27FC236}">
                <a16:creationId xmlns:a16="http://schemas.microsoft.com/office/drawing/2014/main" id="{BE3E1E61-2407-AFF4-A808-C5F7B2ED29FD}"/>
              </a:ext>
            </a:extLst>
          </p:cNvPr>
          <p:cNvSpPr/>
          <p:nvPr/>
        </p:nvSpPr>
        <p:spPr>
          <a:xfrm>
            <a:off x="4826000" y="2667000"/>
            <a:ext cx="381000" cy="3810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5EF79CEF-0882-2D1A-D827-28DCA054E471}"/>
              </a:ext>
            </a:extLst>
          </p:cNvPr>
          <p:cNvSpPr txBox="1"/>
          <p:nvPr/>
        </p:nvSpPr>
        <p:spPr>
          <a:xfrm>
            <a:off x="5410200" y="2616200"/>
            <a:ext cx="6172200" cy="1168400"/>
          </a:xfrm>
          <a:prstGeom prst="rect">
            <a:avLst/>
          </a:prstGeom>
          <a:noFill/>
        </p:spPr>
        <p:txBody>
          <a:bodyPr vert="horz" wrap="square" lIns="0" tIns="0" rIns="0" bIns="0" rtlCol="0" anchor="t">
            <a:noAutofit/>
          </a:bodyPr>
          <a:lstStyle/>
          <a:p>
            <a:pPr>
              <a:spcAft>
                <a:spcPts val="200"/>
              </a:spcAft>
            </a:pPr>
            <a:r>
              <a:rPr lang="en-US" sz="1700" b="1">
                <a:solidFill>
                  <a:srgbClr val="1B365D"/>
                </a:solidFill>
                <a:latin typeface="Calibri" panose="020F0502020204030204" pitchFamily="34" charset="0"/>
              </a:rPr>
              <a:t>Use the technology</a:t>
            </a:r>
          </a:p>
          <a:p>
            <a:pPr>
              <a:spcAft>
                <a:spcPts val="200"/>
              </a:spcAft>
            </a:pPr>
            <a:r>
              <a:rPr lang="en-US" sz="1500">
                <a:solidFill>
                  <a:srgbClr val="26313D"/>
                </a:solidFill>
                <a:latin typeface="Calibri" panose="020F0502020204030204" pitchFamily="34" charset="0"/>
              </a:rPr>
              <a:t>for routine and urgent tasks that lift more than 35 lb of patient weight, or that need excessive force, such as repositioning a Veteran in bed by pushing or pulling, or supporting a Veteran during mobility.</a:t>
            </a:r>
          </a:p>
        </p:txBody>
      </p:sp>
      <p:sp>
        <p:nvSpPr>
          <p:cNvPr id="9" name="Oval 8">
            <a:extLst>
              <a:ext uri="{FF2B5EF4-FFF2-40B4-BE49-F238E27FC236}">
                <a16:creationId xmlns:a16="http://schemas.microsoft.com/office/drawing/2014/main" id="{64C03D48-6E48-10FD-1C2C-5284607DD7CB}"/>
              </a:ext>
            </a:extLst>
          </p:cNvPr>
          <p:cNvSpPr/>
          <p:nvPr/>
        </p:nvSpPr>
        <p:spPr>
          <a:xfrm>
            <a:off x="4826000" y="3911600"/>
            <a:ext cx="381000" cy="3810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3</a:t>
            </a:r>
          </a:p>
        </p:txBody>
      </p:sp>
      <p:sp>
        <p:nvSpPr>
          <p:cNvPr id="10" name="TextBox 9">
            <a:extLst>
              <a:ext uri="{FF2B5EF4-FFF2-40B4-BE49-F238E27FC236}">
                <a16:creationId xmlns:a16="http://schemas.microsoft.com/office/drawing/2014/main" id="{6B3B8A1E-A93E-1F69-634E-720B7614596B}"/>
              </a:ext>
            </a:extLst>
          </p:cNvPr>
          <p:cNvSpPr txBox="1"/>
          <p:nvPr/>
        </p:nvSpPr>
        <p:spPr>
          <a:xfrm>
            <a:off x="5410200" y="3860800"/>
            <a:ext cx="6172200" cy="1168400"/>
          </a:xfrm>
          <a:prstGeom prst="rect">
            <a:avLst/>
          </a:prstGeom>
          <a:noFill/>
        </p:spPr>
        <p:txBody>
          <a:bodyPr vert="horz" wrap="square" lIns="0" tIns="0" rIns="0" bIns="0" rtlCol="0" anchor="t">
            <a:noAutofit/>
          </a:bodyPr>
          <a:lstStyle/>
          <a:p>
            <a:pPr>
              <a:spcAft>
                <a:spcPts val="200"/>
              </a:spcAft>
            </a:pPr>
            <a:r>
              <a:rPr lang="en-US" sz="1700" b="1">
                <a:solidFill>
                  <a:srgbClr val="1B365D"/>
                </a:solidFill>
                <a:latin typeface="Calibri" panose="020F0502020204030204" pitchFamily="34" charset="0"/>
              </a:rPr>
              <a:t>Protect people</a:t>
            </a:r>
          </a:p>
          <a:p>
            <a:pPr>
              <a:spcAft>
                <a:spcPts val="200"/>
              </a:spcAft>
            </a:pPr>
            <a:r>
              <a:rPr lang="en-US" sz="1500">
                <a:solidFill>
                  <a:srgbClr val="26313D"/>
                </a:solidFill>
                <a:latin typeface="Calibri" panose="020F0502020204030204" pitchFamily="34" charset="0"/>
              </a:rPr>
              <a:t>Prevent injuries to health care workers and Veterans, and give every Veteran equitable access to SPHM technology.</a:t>
            </a:r>
          </a:p>
        </p:txBody>
      </p:sp>
      <p:sp>
        <p:nvSpPr>
          <p:cNvPr id="11" name="Oval 10">
            <a:extLst>
              <a:ext uri="{FF2B5EF4-FFF2-40B4-BE49-F238E27FC236}">
                <a16:creationId xmlns:a16="http://schemas.microsoft.com/office/drawing/2014/main" id="{E33BDF00-B349-5D0F-9B83-7ABA5A8EDAC4}"/>
              </a:ext>
            </a:extLst>
          </p:cNvPr>
          <p:cNvSpPr/>
          <p:nvPr/>
        </p:nvSpPr>
        <p:spPr>
          <a:xfrm>
            <a:off x="4826000" y="5156200"/>
            <a:ext cx="381000" cy="3810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4</a:t>
            </a:r>
          </a:p>
        </p:txBody>
      </p:sp>
      <p:sp>
        <p:nvSpPr>
          <p:cNvPr id="12" name="TextBox 11">
            <a:extLst>
              <a:ext uri="{FF2B5EF4-FFF2-40B4-BE49-F238E27FC236}">
                <a16:creationId xmlns:a16="http://schemas.microsoft.com/office/drawing/2014/main" id="{E1295811-AFC5-C6DB-6CAE-CB4508226513}"/>
              </a:ext>
            </a:extLst>
          </p:cNvPr>
          <p:cNvSpPr txBox="1"/>
          <p:nvPr/>
        </p:nvSpPr>
        <p:spPr>
          <a:xfrm>
            <a:off x="5410200" y="5105400"/>
            <a:ext cx="6172200" cy="1168400"/>
          </a:xfrm>
          <a:prstGeom prst="rect">
            <a:avLst/>
          </a:prstGeom>
          <a:noFill/>
        </p:spPr>
        <p:txBody>
          <a:bodyPr vert="horz" wrap="square" lIns="0" tIns="0" rIns="0" bIns="0" rtlCol="0" anchor="t">
            <a:noAutofit/>
          </a:bodyPr>
          <a:lstStyle/>
          <a:p>
            <a:pPr>
              <a:spcAft>
                <a:spcPts val="200"/>
              </a:spcAft>
            </a:pPr>
            <a:r>
              <a:rPr lang="en-US" sz="1700" b="1">
                <a:solidFill>
                  <a:srgbClr val="1B365D"/>
                </a:solidFill>
                <a:latin typeface="Calibri" panose="020F0502020204030204" pitchFamily="34" charset="0"/>
              </a:rPr>
              <a:t>Design input</a:t>
            </a:r>
          </a:p>
          <a:p>
            <a:pPr>
              <a:spcAft>
                <a:spcPts val="200"/>
              </a:spcAft>
            </a:pPr>
            <a:r>
              <a:rPr lang="en-US" sz="1500">
                <a:solidFill>
                  <a:srgbClr val="26313D"/>
                </a:solidFill>
                <a:latin typeface="Calibri" panose="020F0502020204030204" pitchFamily="34" charset="0"/>
              </a:rPr>
              <a:t>All design projects in spaces used by Veterans must include input from the facility SPHM Program Manager.</a:t>
            </a:r>
          </a:p>
        </p:txBody>
      </p:sp>
      <p:sp>
        <p:nvSpPr>
          <p:cNvPr id="13" name="TextBox 12">
            <a:extLst>
              <a:ext uri="{FF2B5EF4-FFF2-40B4-BE49-F238E27FC236}">
                <a16:creationId xmlns:a16="http://schemas.microsoft.com/office/drawing/2014/main" id="{59F6630F-7F58-0CF7-A6CC-90E353E7E4C1}"/>
              </a:ext>
            </a:extLst>
          </p:cNvPr>
          <p:cNvSpPr txBox="1"/>
          <p:nvPr/>
        </p:nvSpPr>
        <p:spPr>
          <a:xfrm>
            <a:off x="609600" y="6350000"/>
            <a:ext cx="10972800" cy="254000"/>
          </a:xfrm>
          <a:prstGeom prst="rect">
            <a:avLst/>
          </a:prstGeom>
          <a:noFill/>
        </p:spPr>
        <p:txBody>
          <a:bodyPr vert="horz" wrap="square" lIns="0" tIns="0" rIns="0" bIns="0" rtlCol="0" anchor="t">
            <a:noAutofit/>
          </a:bodyPr>
          <a:lstStyle/>
          <a:p>
            <a:r>
              <a:rPr lang="en-US" sz="1100">
                <a:solidFill>
                  <a:srgbClr val="5A6B7D"/>
                </a:solidFill>
                <a:latin typeface="Calibri" panose="020F0502020204030204" pitchFamily="34" charset="0"/>
              </a:rPr>
              <a:t>Source: VHA Directive 1611, Safe Patient Handling and Mobility Program (transmittal July 11, 2023), section 1, Policy.</a:t>
            </a:r>
          </a:p>
        </p:txBody>
      </p:sp>
    </p:spTree>
    <p:extLst>
      <p:ext uri="{BB962C8B-B14F-4D97-AF65-F5344CB8AC3E}">
        <p14:creationId xmlns:p14="http://schemas.microsoft.com/office/powerpoint/2010/main" val="1610512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794EA-89B2-F0BD-ED43-3CBD634086A3}"/>
              </a:ext>
            </a:extLst>
          </p:cNvPr>
          <p:cNvSpPr>
            <a:spLocks noGrp="1"/>
          </p:cNvSpPr>
          <p:nvPr>
            <p:ph type="title" idx="10"/>
          </p:nvPr>
        </p:nvSpPr>
        <p:spPr/>
        <p:txBody>
          <a:bodyPr/>
          <a:lstStyle/>
          <a:p>
            <a:r>
              <a:rPr lang="en-US"/>
              <a:t>A safer environment of care</a:t>
            </a:r>
          </a:p>
        </p:txBody>
      </p:sp>
      <p:pic>
        <p:nvPicPr>
          <p:cNvPr id="15" name="Picture Placeholder 14">
            <a:extLst>
              <a:ext uri="{FF2B5EF4-FFF2-40B4-BE49-F238E27FC236}">
                <a16:creationId xmlns:a16="http://schemas.microsoft.com/office/drawing/2014/main" id="{BEF9F3F6-3596-CAC0-0236-F2BE56A17E67}"/>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751" r="2751"/>
          <a:stretch>
            <a:fillRect/>
          </a:stretch>
        </p:blipFill>
        <p:spPr>
          <a:prstGeom prst="roundRect">
            <a:avLst>
              <a:gd name="adj" fmla="val 5000"/>
            </a:avLst>
          </a:prstGeom>
        </p:spPr>
      </p:pic>
      <p:sp>
        <p:nvSpPr>
          <p:cNvPr id="4" name="TextBox 3">
            <a:extLst>
              <a:ext uri="{FF2B5EF4-FFF2-40B4-BE49-F238E27FC236}">
                <a16:creationId xmlns:a16="http://schemas.microsoft.com/office/drawing/2014/main" id="{CAAC2E02-F7BE-5159-1C82-CEB0DD5E6E30}"/>
              </a:ext>
            </a:extLst>
          </p:cNvPr>
          <p:cNvSpPr txBox="1"/>
          <p:nvPr/>
        </p:nvSpPr>
        <p:spPr>
          <a:xfrm>
            <a:off x="609600" y="1778000"/>
            <a:ext cx="5461000" cy="1397000"/>
          </a:xfrm>
          <a:prstGeom prst="rect">
            <a:avLst/>
          </a:prstGeom>
          <a:noFill/>
        </p:spPr>
        <p:txBody>
          <a:bodyPr vert="horz" wrap="square" lIns="0" tIns="0" rIns="0" bIns="0" rtlCol="0" anchor="t">
            <a:noAutofit/>
          </a:bodyPr>
          <a:lstStyle/>
          <a:p>
            <a:r>
              <a:rPr lang="en-US" sz="2000">
                <a:solidFill>
                  <a:srgbClr val="1B365D"/>
                </a:solidFill>
                <a:latin typeface="Calibri" panose="020F0502020204030204" pitchFamily="34" charset="0"/>
              </a:rPr>
              <a:t>SPHM is changing the environment of care so we can move patients safely and with dignity, while improving patient outcomes.</a:t>
            </a:r>
          </a:p>
        </p:txBody>
      </p:sp>
      <p:sp>
        <p:nvSpPr>
          <p:cNvPr id="5" name="Rectangle: Rounded Corners 4">
            <a:extLst>
              <a:ext uri="{FF2B5EF4-FFF2-40B4-BE49-F238E27FC236}">
                <a16:creationId xmlns:a16="http://schemas.microsoft.com/office/drawing/2014/main" id="{A5909235-7076-41FE-4693-A8F8676E4439}"/>
              </a:ext>
            </a:extLst>
          </p:cNvPr>
          <p:cNvSpPr/>
          <p:nvPr/>
        </p:nvSpPr>
        <p:spPr>
          <a:xfrm>
            <a:off x="609600" y="3327400"/>
            <a:ext cx="5461000" cy="838200"/>
          </a:xfrm>
          <a:prstGeom prst="roundRect">
            <a:avLst>
              <a:gd name="adj" fmla="val 7000"/>
            </a:avLst>
          </a:prstGeom>
          <a:solidFill>
            <a:srgbClr val="F4F8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B7FA239-34E5-F0A3-5994-DBCC3AE05DE4}"/>
              </a:ext>
            </a:extLst>
          </p:cNvPr>
          <p:cNvSpPr/>
          <p:nvPr/>
        </p:nvSpPr>
        <p:spPr>
          <a:xfrm>
            <a:off x="787400" y="3543300"/>
            <a:ext cx="406400" cy="4064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1</a:t>
            </a:r>
          </a:p>
        </p:txBody>
      </p:sp>
      <p:sp>
        <p:nvSpPr>
          <p:cNvPr id="7" name="TextBox 6">
            <a:extLst>
              <a:ext uri="{FF2B5EF4-FFF2-40B4-BE49-F238E27FC236}">
                <a16:creationId xmlns:a16="http://schemas.microsoft.com/office/drawing/2014/main" id="{EB0EA657-C6C0-B5C8-BA67-527B7CE5CF2E}"/>
              </a:ext>
            </a:extLst>
          </p:cNvPr>
          <p:cNvSpPr txBox="1"/>
          <p:nvPr/>
        </p:nvSpPr>
        <p:spPr>
          <a:xfrm>
            <a:off x="1371600" y="3454400"/>
            <a:ext cx="4572000" cy="635000"/>
          </a:xfrm>
          <a:prstGeom prst="rect">
            <a:avLst/>
          </a:prstGeom>
          <a:noFill/>
        </p:spPr>
        <p:txBody>
          <a:bodyPr vert="horz" wrap="square" lIns="0" tIns="0" rIns="0" bIns="0" rtlCol="0" anchor="t">
            <a:noAutofit/>
          </a:bodyPr>
          <a:lstStyle/>
          <a:p>
            <a:r>
              <a:rPr lang="en-US" sz="1600" b="1">
                <a:solidFill>
                  <a:srgbClr val="1B365D"/>
                </a:solidFill>
                <a:latin typeface="Calibri" panose="020F0502020204030204" pitchFamily="34" charset="0"/>
              </a:rPr>
              <a:t>Safer for staff</a:t>
            </a:r>
          </a:p>
          <a:p>
            <a:r>
              <a:rPr lang="en-US" sz="1500">
                <a:solidFill>
                  <a:srgbClr val="26313D"/>
                </a:solidFill>
                <a:latin typeface="Calibri" panose="020F0502020204030204" pitchFamily="34" charset="0"/>
              </a:rPr>
              <a:t>Equipment does the lifting: fewer strains and back injuries.</a:t>
            </a:r>
          </a:p>
        </p:txBody>
      </p:sp>
      <p:sp>
        <p:nvSpPr>
          <p:cNvPr id="8" name="Rectangle: Rounded Corners 7">
            <a:extLst>
              <a:ext uri="{FF2B5EF4-FFF2-40B4-BE49-F238E27FC236}">
                <a16:creationId xmlns:a16="http://schemas.microsoft.com/office/drawing/2014/main" id="{298E382A-3A7E-92FE-1037-81F3150AB202}"/>
              </a:ext>
            </a:extLst>
          </p:cNvPr>
          <p:cNvSpPr/>
          <p:nvPr/>
        </p:nvSpPr>
        <p:spPr>
          <a:xfrm>
            <a:off x="609600" y="4318000"/>
            <a:ext cx="5461000" cy="838200"/>
          </a:xfrm>
          <a:prstGeom prst="roundRect">
            <a:avLst>
              <a:gd name="adj" fmla="val 7000"/>
            </a:avLst>
          </a:prstGeom>
          <a:solidFill>
            <a:srgbClr val="F4F8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8CE7EE9-627D-5F08-A3B0-F92014D99BDE}"/>
              </a:ext>
            </a:extLst>
          </p:cNvPr>
          <p:cNvSpPr/>
          <p:nvPr/>
        </p:nvSpPr>
        <p:spPr>
          <a:xfrm>
            <a:off x="787400" y="4533900"/>
            <a:ext cx="406400" cy="4064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2</a:t>
            </a:r>
          </a:p>
        </p:txBody>
      </p:sp>
      <p:sp>
        <p:nvSpPr>
          <p:cNvPr id="10" name="TextBox 9">
            <a:extLst>
              <a:ext uri="{FF2B5EF4-FFF2-40B4-BE49-F238E27FC236}">
                <a16:creationId xmlns:a16="http://schemas.microsoft.com/office/drawing/2014/main" id="{2222128C-B0B3-E439-3E8F-D8FB370DC87B}"/>
              </a:ext>
            </a:extLst>
          </p:cNvPr>
          <p:cNvSpPr txBox="1"/>
          <p:nvPr/>
        </p:nvSpPr>
        <p:spPr>
          <a:xfrm>
            <a:off x="1371600" y="4445000"/>
            <a:ext cx="4572000" cy="635000"/>
          </a:xfrm>
          <a:prstGeom prst="rect">
            <a:avLst/>
          </a:prstGeom>
          <a:noFill/>
        </p:spPr>
        <p:txBody>
          <a:bodyPr vert="horz" wrap="square" lIns="0" tIns="0" rIns="0" bIns="0" rtlCol="0" anchor="t">
            <a:noAutofit/>
          </a:bodyPr>
          <a:lstStyle/>
          <a:p>
            <a:r>
              <a:rPr lang="en-US" sz="1600" b="1">
                <a:solidFill>
                  <a:srgbClr val="1B365D"/>
                </a:solidFill>
                <a:latin typeface="Calibri" panose="020F0502020204030204" pitchFamily="34" charset="0"/>
              </a:rPr>
              <a:t>Better for Veterans</a:t>
            </a:r>
          </a:p>
          <a:p>
            <a:r>
              <a:rPr lang="en-US" sz="1500">
                <a:solidFill>
                  <a:srgbClr val="26313D"/>
                </a:solidFill>
                <a:latin typeface="Calibri" panose="020F0502020204030204" pitchFamily="34" charset="0"/>
              </a:rPr>
              <a:t>More dignity and comfort, and safer, earlier mobility.</a:t>
            </a:r>
          </a:p>
        </p:txBody>
      </p:sp>
      <p:sp>
        <p:nvSpPr>
          <p:cNvPr id="11" name="Rectangle: Rounded Corners 10">
            <a:extLst>
              <a:ext uri="{FF2B5EF4-FFF2-40B4-BE49-F238E27FC236}">
                <a16:creationId xmlns:a16="http://schemas.microsoft.com/office/drawing/2014/main" id="{33C72F61-428E-0E52-B38B-5D2ECD066D82}"/>
              </a:ext>
            </a:extLst>
          </p:cNvPr>
          <p:cNvSpPr/>
          <p:nvPr/>
        </p:nvSpPr>
        <p:spPr>
          <a:xfrm>
            <a:off x="609600" y="5308600"/>
            <a:ext cx="5461000" cy="838200"/>
          </a:xfrm>
          <a:prstGeom prst="roundRect">
            <a:avLst>
              <a:gd name="adj" fmla="val 7000"/>
            </a:avLst>
          </a:prstGeom>
          <a:solidFill>
            <a:srgbClr val="F4F8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9A5F382-FEA0-4F63-4534-47BD38EAAE62}"/>
              </a:ext>
            </a:extLst>
          </p:cNvPr>
          <p:cNvSpPr/>
          <p:nvPr/>
        </p:nvSpPr>
        <p:spPr>
          <a:xfrm>
            <a:off x="787400" y="5524500"/>
            <a:ext cx="406400" cy="4064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3</a:t>
            </a:r>
          </a:p>
        </p:txBody>
      </p:sp>
      <p:sp>
        <p:nvSpPr>
          <p:cNvPr id="13" name="TextBox 12">
            <a:extLst>
              <a:ext uri="{FF2B5EF4-FFF2-40B4-BE49-F238E27FC236}">
                <a16:creationId xmlns:a16="http://schemas.microsoft.com/office/drawing/2014/main" id="{8CBFE120-1E2F-4057-52E5-F085CEDE7ACB}"/>
              </a:ext>
            </a:extLst>
          </p:cNvPr>
          <p:cNvSpPr txBox="1"/>
          <p:nvPr/>
        </p:nvSpPr>
        <p:spPr>
          <a:xfrm>
            <a:off x="1371600" y="5435600"/>
            <a:ext cx="4572000" cy="635000"/>
          </a:xfrm>
          <a:prstGeom prst="rect">
            <a:avLst/>
          </a:prstGeom>
          <a:noFill/>
        </p:spPr>
        <p:txBody>
          <a:bodyPr vert="horz" wrap="square" lIns="0" tIns="0" rIns="0" bIns="0" rtlCol="0" anchor="t">
            <a:noAutofit/>
          </a:bodyPr>
          <a:lstStyle/>
          <a:p>
            <a:r>
              <a:rPr lang="en-US" sz="1600" b="1">
                <a:solidFill>
                  <a:srgbClr val="1B365D"/>
                </a:solidFill>
                <a:latin typeface="Calibri" panose="020F0502020204030204" pitchFamily="34" charset="0"/>
              </a:rPr>
              <a:t>Built into care</a:t>
            </a:r>
          </a:p>
          <a:p>
            <a:r>
              <a:rPr lang="en-US" sz="1500">
                <a:solidFill>
                  <a:srgbClr val="26313D"/>
                </a:solidFill>
                <a:latin typeface="Calibri" panose="020F0502020204030204" pitchFamily="34" charset="0"/>
              </a:rPr>
              <a:t>Equipment, training and room design work together.</a:t>
            </a:r>
          </a:p>
        </p:txBody>
      </p:sp>
    </p:spTree>
    <p:extLst>
      <p:ext uri="{BB962C8B-B14F-4D97-AF65-F5344CB8AC3E}">
        <p14:creationId xmlns:p14="http://schemas.microsoft.com/office/powerpoint/2010/main" val="1583386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49D33-552C-8C61-1463-98073119133D}"/>
              </a:ext>
            </a:extLst>
          </p:cNvPr>
          <p:cNvSpPr>
            <a:spLocks noGrp="1"/>
          </p:cNvSpPr>
          <p:nvPr>
            <p:ph type="title" idx="10"/>
          </p:nvPr>
        </p:nvSpPr>
        <p:spPr/>
        <p:txBody>
          <a:bodyPr/>
          <a:lstStyle/>
          <a:p>
            <a:r>
              <a:rPr lang="en-US"/>
              <a:t>Caregiver injuries: why SPHM is needed</a:t>
            </a:r>
          </a:p>
        </p:txBody>
      </p:sp>
      <p:sp>
        <p:nvSpPr>
          <p:cNvPr id="3" name="Rectangle: Rounded Corners 2">
            <a:extLst>
              <a:ext uri="{FF2B5EF4-FFF2-40B4-BE49-F238E27FC236}">
                <a16:creationId xmlns:a16="http://schemas.microsoft.com/office/drawing/2014/main" id="{46752786-CDD7-554A-0A9B-E2087492BFE1}"/>
              </a:ext>
            </a:extLst>
          </p:cNvPr>
          <p:cNvSpPr/>
          <p:nvPr/>
        </p:nvSpPr>
        <p:spPr>
          <a:xfrm>
            <a:off x="609600" y="1320800"/>
            <a:ext cx="3454400" cy="2286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64110E6-6D81-B4FC-BB7C-3FEC8AE0D0D5}"/>
              </a:ext>
            </a:extLst>
          </p:cNvPr>
          <p:cNvSpPr txBox="1"/>
          <p:nvPr/>
        </p:nvSpPr>
        <p:spPr>
          <a:xfrm>
            <a:off x="889000" y="1549400"/>
            <a:ext cx="2895600" cy="1905000"/>
          </a:xfrm>
          <a:prstGeom prst="rect">
            <a:avLst/>
          </a:prstGeom>
          <a:noFill/>
        </p:spPr>
        <p:txBody>
          <a:bodyPr vert="horz" wrap="square" lIns="0" tIns="0" rIns="0" bIns="0" rtlCol="0" anchor="t">
            <a:noAutofit/>
          </a:bodyPr>
          <a:lstStyle/>
          <a:p>
            <a:pPr>
              <a:spcAft>
                <a:spcPts val="400"/>
              </a:spcAft>
            </a:pPr>
            <a:r>
              <a:rPr lang="en-US" sz="4000" b="1">
                <a:solidFill>
                  <a:srgbClr val="2F6DB5"/>
                </a:solidFill>
                <a:latin typeface="Calibri" panose="020F0502020204030204" pitchFamily="34" charset="0"/>
              </a:rPr>
              <a:t>1.8 tons</a:t>
            </a:r>
          </a:p>
          <a:p>
            <a:pPr>
              <a:spcAft>
                <a:spcPts val="400"/>
              </a:spcAft>
            </a:pPr>
            <a:r>
              <a:rPr lang="en-US" sz="1400">
                <a:solidFill>
                  <a:srgbClr val="26313D"/>
                </a:solidFill>
                <a:latin typeface="Calibri" panose="020F0502020204030204" pitchFamily="34" charset="0"/>
              </a:rPr>
              <a:t>lifted by a nurse in one 8-hour shift without lift equipment</a:t>
            </a:r>
          </a:p>
        </p:txBody>
      </p:sp>
      <p:sp>
        <p:nvSpPr>
          <p:cNvPr id="5" name="Rectangle: Rounded Corners 4">
            <a:extLst>
              <a:ext uri="{FF2B5EF4-FFF2-40B4-BE49-F238E27FC236}">
                <a16:creationId xmlns:a16="http://schemas.microsoft.com/office/drawing/2014/main" id="{4D774A95-E059-6870-4928-C60B774CDB69}"/>
              </a:ext>
            </a:extLst>
          </p:cNvPr>
          <p:cNvSpPr/>
          <p:nvPr/>
        </p:nvSpPr>
        <p:spPr>
          <a:xfrm>
            <a:off x="4368800" y="1320800"/>
            <a:ext cx="3454400" cy="2286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28B40C6-A8F5-0E29-E4C7-60D5F073A4D7}"/>
              </a:ext>
            </a:extLst>
          </p:cNvPr>
          <p:cNvSpPr txBox="1"/>
          <p:nvPr/>
        </p:nvSpPr>
        <p:spPr>
          <a:xfrm>
            <a:off x="4648200" y="1549400"/>
            <a:ext cx="2895600" cy="1905000"/>
          </a:xfrm>
          <a:prstGeom prst="rect">
            <a:avLst/>
          </a:prstGeom>
          <a:noFill/>
        </p:spPr>
        <p:txBody>
          <a:bodyPr vert="horz" wrap="square" lIns="0" tIns="0" rIns="0" bIns="0" rtlCol="0" anchor="t">
            <a:noAutofit/>
          </a:bodyPr>
          <a:lstStyle/>
          <a:p>
            <a:pPr>
              <a:spcAft>
                <a:spcPts val="400"/>
              </a:spcAft>
            </a:pPr>
            <a:r>
              <a:rPr lang="en-US" sz="4000" b="1">
                <a:solidFill>
                  <a:srgbClr val="2F6DB5"/>
                </a:solidFill>
                <a:latin typeface="Calibri" panose="020F0502020204030204" pitchFamily="34" charset="0"/>
              </a:rPr>
              <a:t>35 lb</a:t>
            </a:r>
          </a:p>
          <a:p>
            <a:pPr>
              <a:spcAft>
                <a:spcPts val="400"/>
              </a:spcAft>
            </a:pPr>
            <a:r>
              <a:rPr lang="en-US" sz="1400">
                <a:solidFill>
                  <a:srgbClr val="26313D"/>
                </a:solidFill>
                <a:latin typeface="Calibri" panose="020F0502020204030204" pitchFamily="34" charset="0"/>
              </a:rPr>
              <a:t>patient lifting limit, even under the best of circumstances (cooperative, well-placed patient, no tubes or catheters)</a:t>
            </a:r>
          </a:p>
        </p:txBody>
      </p:sp>
      <p:sp>
        <p:nvSpPr>
          <p:cNvPr id="7" name="Rectangle: Rounded Corners 6">
            <a:extLst>
              <a:ext uri="{FF2B5EF4-FFF2-40B4-BE49-F238E27FC236}">
                <a16:creationId xmlns:a16="http://schemas.microsoft.com/office/drawing/2014/main" id="{2CAA578A-1775-5E81-5761-01C5913C2F20}"/>
              </a:ext>
            </a:extLst>
          </p:cNvPr>
          <p:cNvSpPr/>
          <p:nvPr/>
        </p:nvSpPr>
        <p:spPr>
          <a:xfrm>
            <a:off x="8128000" y="1320800"/>
            <a:ext cx="3454400" cy="2286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5F88374-C17B-D24A-7D12-C53263927066}"/>
              </a:ext>
            </a:extLst>
          </p:cNvPr>
          <p:cNvSpPr txBox="1"/>
          <p:nvPr/>
        </p:nvSpPr>
        <p:spPr>
          <a:xfrm>
            <a:off x="8407400" y="1549400"/>
            <a:ext cx="2895600" cy="1905000"/>
          </a:xfrm>
          <a:prstGeom prst="rect">
            <a:avLst/>
          </a:prstGeom>
          <a:noFill/>
        </p:spPr>
        <p:txBody>
          <a:bodyPr vert="horz" wrap="square" lIns="0" tIns="0" rIns="0" bIns="0" rtlCol="0" anchor="t">
            <a:noAutofit/>
          </a:bodyPr>
          <a:lstStyle/>
          <a:p>
            <a:pPr>
              <a:spcAft>
                <a:spcPts val="400"/>
              </a:spcAft>
            </a:pPr>
            <a:r>
              <a:rPr lang="en-US" sz="4000" b="1">
                <a:solidFill>
                  <a:srgbClr val="2F6DB5"/>
                </a:solidFill>
                <a:latin typeface="Calibri" panose="020F0502020204030204" pitchFamily="34" charset="0"/>
              </a:rPr>
              <a:t>2nd</a:t>
            </a:r>
          </a:p>
          <a:p>
            <a:pPr>
              <a:spcAft>
                <a:spcPts val="400"/>
              </a:spcAft>
            </a:pPr>
            <a:r>
              <a:rPr lang="en-US" sz="1400">
                <a:solidFill>
                  <a:srgbClr val="26313D"/>
                </a:solidFill>
                <a:latin typeface="Calibri" panose="020F0502020204030204" pitchFamily="34" charset="0"/>
              </a:rPr>
              <a:t>nursing assistants' rank among ALL industries for injuries with lost workdays; nurses ranked 5th (BLS, 2012)</a:t>
            </a:r>
          </a:p>
        </p:txBody>
      </p:sp>
      <p:sp>
        <p:nvSpPr>
          <p:cNvPr id="9" name="Rectangle: Rounded Corners 8">
            <a:extLst>
              <a:ext uri="{FF2B5EF4-FFF2-40B4-BE49-F238E27FC236}">
                <a16:creationId xmlns:a16="http://schemas.microsoft.com/office/drawing/2014/main" id="{546C9A6E-F743-F68D-FA9A-6A6AB0F880A7}"/>
              </a:ext>
            </a:extLst>
          </p:cNvPr>
          <p:cNvSpPr/>
          <p:nvPr/>
        </p:nvSpPr>
        <p:spPr>
          <a:xfrm>
            <a:off x="609600" y="3810000"/>
            <a:ext cx="3454400" cy="2286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65675D6-B87E-88C3-B0F5-C8534DC9F421}"/>
              </a:ext>
            </a:extLst>
          </p:cNvPr>
          <p:cNvSpPr txBox="1"/>
          <p:nvPr/>
        </p:nvSpPr>
        <p:spPr>
          <a:xfrm>
            <a:off x="889000" y="4038600"/>
            <a:ext cx="2895600" cy="1905000"/>
          </a:xfrm>
          <a:prstGeom prst="rect">
            <a:avLst/>
          </a:prstGeom>
          <a:noFill/>
        </p:spPr>
        <p:txBody>
          <a:bodyPr vert="horz" wrap="square" lIns="0" tIns="0" rIns="0" bIns="0" rtlCol="0" anchor="t">
            <a:noAutofit/>
          </a:bodyPr>
          <a:lstStyle/>
          <a:p>
            <a:pPr>
              <a:spcAft>
                <a:spcPts val="400"/>
              </a:spcAft>
            </a:pPr>
            <a:r>
              <a:rPr lang="en-US" sz="4000" b="1">
                <a:solidFill>
                  <a:srgbClr val="2F6DB5"/>
                </a:solidFill>
                <a:latin typeface="Calibri" panose="020F0502020204030204" pitchFamily="34" charset="0"/>
              </a:rPr>
              <a:t>283</a:t>
            </a:r>
          </a:p>
          <a:p>
            <a:pPr>
              <a:spcAft>
                <a:spcPts val="400"/>
              </a:spcAft>
            </a:pPr>
            <a:r>
              <a:rPr lang="en-US" sz="1400">
                <a:solidFill>
                  <a:srgbClr val="26313D"/>
                </a:solidFill>
                <a:latin typeface="Calibri" panose="020F0502020204030204" pitchFamily="34" charset="0"/>
              </a:rPr>
              <a:t>cases with days away from work per 10,000 FTE in health care in 2011, up 6%</a:t>
            </a:r>
          </a:p>
        </p:txBody>
      </p:sp>
      <p:sp>
        <p:nvSpPr>
          <p:cNvPr id="11" name="Rectangle: Rounded Corners 10">
            <a:extLst>
              <a:ext uri="{FF2B5EF4-FFF2-40B4-BE49-F238E27FC236}">
                <a16:creationId xmlns:a16="http://schemas.microsoft.com/office/drawing/2014/main" id="{59640B20-8B0B-2F34-4C19-DF64317A72D0}"/>
              </a:ext>
            </a:extLst>
          </p:cNvPr>
          <p:cNvSpPr/>
          <p:nvPr/>
        </p:nvSpPr>
        <p:spPr>
          <a:xfrm>
            <a:off x="4368800" y="3810000"/>
            <a:ext cx="3454400" cy="2286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DB73BA3-A5B3-5839-1DA1-2A5F5379EF68}"/>
              </a:ext>
            </a:extLst>
          </p:cNvPr>
          <p:cNvSpPr txBox="1"/>
          <p:nvPr/>
        </p:nvSpPr>
        <p:spPr>
          <a:xfrm>
            <a:off x="4648200" y="4038600"/>
            <a:ext cx="2895600" cy="1905000"/>
          </a:xfrm>
          <a:prstGeom prst="rect">
            <a:avLst/>
          </a:prstGeom>
          <a:noFill/>
        </p:spPr>
        <p:txBody>
          <a:bodyPr vert="horz" wrap="square" lIns="0" tIns="0" rIns="0" bIns="0" rtlCol="0" anchor="t">
            <a:noAutofit/>
          </a:bodyPr>
          <a:lstStyle/>
          <a:p>
            <a:pPr>
              <a:spcAft>
                <a:spcPts val="400"/>
              </a:spcAft>
            </a:pPr>
            <a:r>
              <a:rPr lang="en-US" sz="4000" b="1">
                <a:solidFill>
                  <a:srgbClr val="2F6DB5"/>
                </a:solidFill>
                <a:latin typeface="Calibri" panose="020F0502020204030204" pitchFamily="34" charset="0"/>
              </a:rPr>
              <a:t>MSIs</a:t>
            </a:r>
          </a:p>
          <a:p>
            <a:pPr>
              <a:spcAft>
                <a:spcPts val="400"/>
              </a:spcAft>
            </a:pPr>
            <a:r>
              <a:rPr lang="en-US" sz="1400">
                <a:solidFill>
                  <a:srgbClr val="26313D"/>
                </a:solidFill>
                <a:latin typeface="Calibri" panose="020F0502020204030204" pitchFamily="34" charset="0"/>
              </a:rPr>
              <a:t>Musculoskeletal injuries are a primary driver of nurses leaving the workforce, and add to burnout and turnover</a:t>
            </a:r>
          </a:p>
        </p:txBody>
      </p:sp>
      <p:sp>
        <p:nvSpPr>
          <p:cNvPr id="13" name="Rectangle: Rounded Corners 12">
            <a:extLst>
              <a:ext uri="{FF2B5EF4-FFF2-40B4-BE49-F238E27FC236}">
                <a16:creationId xmlns:a16="http://schemas.microsoft.com/office/drawing/2014/main" id="{194A7784-5856-A38A-2D85-33C231FE3DED}"/>
              </a:ext>
            </a:extLst>
          </p:cNvPr>
          <p:cNvSpPr/>
          <p:nvPr/>
        </p:nvSpPr>
        <p:spPr>
          <a:xfrm>
            <a:off x="8128000" y="3810000"/>
            <a:ext cx="3454400" cy="2286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04A7592-8A05-CC42-7FAA-507FE06F9700}"/>
              </a:ext>
            </a:extLst>
          </p:cNvPr>
          <p:cNvSpPr txBox="1"/>
          <p:nvPr/>
        </p:nvSpPr>
        <p:spPr>
          <a:xfrm>
            <a:off x="8407400" y="4038600"/>
            <a:ext cx="2895600" cy="1905000"/>
          </a:xfrm>
          <a:prstGeom prst="rect">
            <a:avLst/>
          </a:prstGeom>
          <a:noFill/>
        </p:spPr>
        <p:txBody>
          <a:bodyPr vert="horz" wrap="square" lIns="0" tIns="0" rIns="0" bIns="0" rtlCol="0" anchor="t">
            <a:noAutofit/>
          </a:bodyPr>
          <a:lstStyle/>
          <a:p>
            <a:pPr>
              <a:spcAft>
                <a:spcPts val="400"/>
              </a:spcAft>
            </a:pPr>
            <a:r>
              <a:rPr lang="en-US" sz="4000" b="1">
                <a:solidFill>
                  <a:srgbClr val="23898F"/>
                </a:solidFill>
                <a:latin typeface="Calibri" panose="020F0502020204030204" pitchFamily="34" charset="0"/>
              </a:rPr>
              <a:t>VA ↓</a:t>
            </a:r>
          </a:p>
          <a:p>
            <a:pPr>
              <a:spcAft>
                <a:spcPts val="400"/>
              </a:spcAft>
            </a:pPr>
            <a:r>
              <a:rPr lang="en-US" sz="1400">
                <a:solidFill>
                  <a:srgbClr val="26313D"/>
                </a:solidFill>
                <a:latin typeface="Calibri" panose="020F0502020204030204" pitchFamily="34" charset="0"/>
              </a:rPr>
              <a:t>Injury rates are rising across health care, but steadily declining in VA</a:t>
            </a:r>
          </a:p>
        </p:txBody>
      </p:sp>
    </p:spTree>
    <p:extLst>
      <p:ext uri="{BB962C8B-B14F-4D97-AF65-F5344CB8AC3E}">
        <p14:creationId xmlns:p14="http://schemas.microsoft.com/office/powerpoint/2010/main" val="570259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BF5E9-2BF1-9925-B342-0E0AB2B0A2D0}"/>
              </a:ext>
            </a:extLst>
          </p:cNvPr>
          <p:cNvSpPr>
            <a:spLocks noGrp="1"/>
          </p:cNvSpPr>
          <p:nvPr>
            <p:ph type="title" idx="10"/>
          </p:nvPr>
        </p:nvSpPr>
        <p:spPr/>
        <p:txBody>
          <a:bodyPr/>
          <a:lstStyle/>
          <a:p>
            <a:r>
              <a:rPr lang="en-US"/>
              <a:t>Why staff are at high risk</a:t>
            </a:r>
          </a:p>
        </p:txBody>
      </p:sp>
      <p:pic>
        <p:nvPicPr>
          <p:cNvPr id="14" name="Picture Placeholder 13">
            <a:extLst>
              <a:ext uri="{FF2B5EF4-FFF2-40B4-BE49-F238E27FC236}">
                <a16:creationId xmlns:a16="http://schemas.microsoft.com/office/drawing/2014/main" id="{B1BA09AB-09D3-83B9-0455-64B7687A8DB8}"/>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751" r="2751"/>
          <a:stretch>
            <a:fillRect/>
          </a:stretch>
        </p:blipFill>
        <p:spPr>
          <a:prstGeom prst="roundRect">
            <a:avLst>
              <a:gd name="adj" fmla="val 5000"/>
            </a:avLst>
          </a:prstGeom>
        </p:spPr>
      </p:pic>
      <p:sp>
        <p:nvSpPr>
          <p:cNvPr id="4" name="TextBox 3">
            <a:extLst>
              <a:ext uri="{FF2B5EF4-FFF2-40B4-BE49-F238E27FC236}">
                <a16:creationId xmlns:a16="http://schemas.microsoft.com/office/drawing/2014/main" id="{9876FD19-7A61-58E8-4C21-52B0E255A81B}"/>
              </a:ext>
            </a:extLst>
          </p:cNvPr>
          <p:cNvSpPr txBox="1"/>
          <p:nvPr/>
        </p:nvSpPr>
        <p:spPr>
          <a:xfrm>
            <a:off x="609600" y="1778000"/>
            <a:ext cx="5461000" cy="3810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Patients have changed. Today's patients are:</a:t>
            </a:r>
          </a:p>
        </p:txBody>
      </p:sp>
      <p:sp>
        <p:nvSpPr>
          <p:cNvPr id="5" name="Oval 4">
            <a:extLst>
              <a:ext uri="{FF2B5EF4-FFF2-40B4-BE49-F238E27FC236}">
                <a16:creationId xmlns:a16="http://schemas.microsoft.com/office/drawing/2014/main" id="{E6F24758-08CE-34F2-E5EB-F609B3C1B92C}"/>
              </a:ext>
            </a:extLst>
          </p:cNvPr>
          <p:cNvSpPr/>
          <p:nvPr/>
        </p:nvSpPr>
        <p:spPr>
          <a:xfrm>
            <a:off x="609600" y="2311400"/>
            <a:ext cx="558800" cy="5588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F71C4F13-47F9-9F03-03F5-E62E3DFB91A8}"/>
              </a:ext>
            </a:extLst>
          </p:cNvPr>
          <p:cNvSpPr txBox="1"/>
          <p:nvPr/>
        </p:nvSpPr>
        <p:spPr>
          <a:xfrm>
            <a:off x="1346200" y="2336800"/>
            <a:ext cx="4724400" cy="7620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Sicker</a:t>
            </a:r>
          </a:p>
          <a:p>
            <a:r>
              <a:rPr lang="en-US" sz="1500">
                <a:solidFill>
                  <a:srgbClr val="26313D"/>
                </a:solidFill>
                <a:latin typeface="Calibri" panose="020F0502020204030204" pitchFamily="34" charset="0"/>
              </a:rPr>
              <a:t>Higher acuity, more lines and equipment at the bedside.</a:t>
            </a:r>
          </a:p>
        </p:txBody>
      </p:sp>
      <p:sp>
        <p:nvSpPr>
          <p:cNvPr id="7" name="Oval 6">
            <a:extLst>
              <a:ext uri="{FF2B5EF4-FFF2-40B4-BE49-F238E27FC236}">
                <a16:creationId xmlns:a16="http://schemas.microsoft.com/office/drawing/2014/main" id="{DE7C1F96-DC4B-A08D-A972-889EA5EEB84B}"/>
              </a:ext>
            </a:extLst>
          </p:cNvPr>
          <p:cNvSpPr/>
          <p:nvPr/>
        </p:nvSpPr>
        <p:spPr>
          <a:xfrm>
            <a:off x="609600" y="3276600"/>
            <a:ext cx="558800" cy="5588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849FE9EE-4F72-A940-577C-ED3ED1B84967}"/>
              </a:ext>
            </a:extLst>
          </p:cNvPr>
          <p:cNvSpPr txBox="1"/>
          <p:nvPr/>
        </p:nvSpPr>
        <p:spPr>
          <a:xfrm>
            <a:off x="1346200" y="3302000"/>
            <a:ext cx="4724400" cy="7620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More dependent</a:t>
            </a:r>
          </a:p>
          <a:p>
            <a:r>
              <a:rPr lang="en-US" sz="1500">
                <a:solidFill>
                  <a:srgbClr val="26313D"/>
                </a:solidFill>
                <a:latin typeface="Calibri" panose="020F0502020204030204" pitchFamily="34" charset="0"/>
              </a:rPr>
              <a:t>Need more physical help to move, turn and transfer.</a:t>
            </a:r>
          </a:p>
        </p:txBody>
      </p:sp>
      <p:sp>
        <p:nvSpPr>
          <p:cNvPr id="9" name="Oval 8">
            <a:extLst>
              <a:ext uri="{FF2B5EF4-FFF2-40B4-BE49-F238E27FC236}">
                <a16:creationId xmlns:a16="http://schemas.microsoft.com/office/drawing/2014/main" id="{8DEF717D-5008-7339-9E79-F59E2ACA5AC2}"/>
              </a:ext>
            </a:extLst>
          </p:cNvPr>
          <p:cNvSpPr/>
          <p:nvPr/>
        </p:nvSpPr>
        <p:spPr>
          <a:xfrm>
            <a:off x="609600" y="4241800"/>
            <a:ext cx="558800" cy="5588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3</a:t>
            </a:r>
          </a:p>
        </p:txBody>
      </p:sp>
      <p:sp>
        <p:nvSpPr>
          <p:cNvPr id="10" name="TextBox 9">
            <a:extLst>
              <a:ext uri="{FF2B5EF4-FFF2-40B4-BE49-F238E27FC236}">
                <a16:creationId xmlns:a16="http://schemas.microsoft.com/office/drawing/2014/main" id="{0A613DDE-D03F-F967-0904-1CAF48A825F1}"/>
              </a:ext>
            </a:extLst>
          </p:cNvPr>
          <p:cNvSpPr txBox="1"/>
          <p:nvPr/>
        </p:nvSpPr>
        <p:spPr>
          <a:xfrm>
            <a:off x="1346200" y="4267200"/>
            <a:ext cx="4724400" cy="7620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Larger</a:t>
            </a:r>
          </a:p>
          <a:p>
            <a:r>
              <a:rPr lang="en-US" sz="1500">
                <a:solidFill>
                  <a:srgbClr val="26313D"/>
                </a:solidFill>
                <a:latin typeface="Calibri" panose="020F0502020204030204" pitchFamily="34" charset="0"/>
              </a:rPr>
              <a:t>Heavier patients increase the load on every move.</a:t>
            </a:r>
          </a:p>
        </p:txBody>
      </p:sp>
      <p:sp>
        <p:nvSpPr>
          <p:cNvPr id="11" name="Rectangle: Rounded Corners 10">
            <a:extLst>
              <a:ext uri="{FF2B5EF4-FFF2-40B4-BE49-F238E27FC236}">
                <a16:creationId xmlns:a16="http://schemas.microsoft.com/office/drawing/2014/main" id="{01C7FA60-786C-7DE8-E8BB-50B578AE6E9A}"/>
              </a:ext>
            </a:extLst>
          </p:cNvPr>
          <p:cNvSpPr/>
          <p:nvPr/>
        </p:nvSpPr>
        <p:spPr>
          <a:xfrm>
            <a:off x="609600" y="5308600"/>
            <a:ext cx="5461000" cy="889000"/>
          </a:xfrm>
          <a:prstGeom prst="roundRect">
            <a:avLst>
              <a:gd name="adj" fmla="val 7000"/>
            </a:avLst>
          </a:prstGeom>
          <a:solidFill>
            <a:srgbClr val="1B36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E6CE16C-CAD4-8D28-EB2F-74A612BDF647}"/>
              </a:ext>
            </a:extLst>
          </p:cNvPr>
          <p:cNvSpPr txBox="1"/>
          <p:nvPr/>
        </p:nvSpPr>
        <p:spPr>
          <a:xfrm>
            <a:off x="889000" y="5308600"/>
            <a:ext cx="4953000" cy="889000"/>
          </a:xfrm>
          <a:prstGeom prst="rect">
            <a:avLst/>
          </a:prstGeom>
          <a:noFill/>
        </p:spPr>
        <p:txBody>
          <a:bodyPr vert="horz" wrap="square" lIns="0" tIns="0" rIns="0" bIns="0" rtlCol="0" anchor="ctr">
            <a:noAutofit/>
          </a:bodyPr>
          <a:lstStyle/>
          <a:p>
            <a:r>
              <a:rPr lang="en-US" sz="2000" b="1">
                <a:solidFill>
                  <a:srgbClr val="FFFFFF"/>
                </a:solidFill>
                <a:latin typeface="Calibri" panose="020F0502020204030204" pitchFamily="34" charset="0"/>
              </a:rPr>
              <a:t>So... there is more risk of injury to staff.</a:t>
            </a:r>
          </a:p>
        </p:txBody>
      </p:sp>
    </p:spTree>
    <p:extLst>
      <p:ext uri="{BB962C8B-B14F-4D97-AF65-F5344CB8AC3E}">
        <p14:creationId xmlns:p14="http://schemas.microsoft.com/office/powerpoint/2010/main" val="3174780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3DB7-6BD0-FFCF-40B5-8ED8B8C53E6E}"/>
              </a:ext>
            </a:extLst>
          </p:cNvPr>
          <p:cNvSpPr>
            <a:spLocks noGrp="1"/>
          </p:cNvSpPr>
          <p:nvPr>
            <p:ph type="title" idx="10"/>
          </p:nvPr>
        </p:nvSpPr>
        <p:spPr/>
        <p:txBody>
          <a:bodyPr/>
          <a:lstStyle/>
          <a:p>
            <a:r>
              <a:rPr lang="en-US"/>
              <a:t>Half of U.S. adults could have obesity by 2030</a:t>
            </a:r>
          </a:p>
        </p:txBody>
      </p:sp>
      <p:sp>
        <p:nvSpPr>
          <p:cNvPr id="3" name="TextBox 2">
            <a:extLst>
              <a:ext uri="{FF2B5EF4-FFF2-40B4-BE49-F238E27FC236}">
                <a16:creationId xmlns:a16="http://schemas.microsoft.com/office/drawing/2014/main" id="{A2427476-7F3C-FD7E-61DD-322E666489BF}"/>
              </a:ext>
            </a:extLst>
          </p:cNvPr>
          <p:cNvSpPr txBox="1"/>
          <p:nvPr/>
        </p:nvSpPr>
        <p:spPr>
          <a:xfrm>
            <a:off x="609600" y="1397000"/>
            <a:ext cx="3429000" cy="3810000"/>
          </a:xfrm>
          <a:prstGeom prst="rect">
            <a:avLst/>
          </a:prstGeom>
          <a:noFill/>
        </p:spPr>
        <p:txBody>
          <a:bodyPr vert="horz" wrap="square" lIns="0" tIns="0" rIns="0" bIns="0" rtlCol="0" anchor="t">
            <a:noAutofit/>
          </a:bodyPr>
          <a:lstStyle/>
          <a:p>
            <a:pPr>
              <a:spcAft>
                <a:spcPts val="1400"/>
              </a:spcAft>
            </a:pPr>
            <a:r>
              <a:rPr lang="en-US" sz="2000" b="1">
                <a:solidFill>
                  <a:srgbClr val="1B365D"/>
                </a:solidFill>
                <a:latin typeface="Calibri" panose="020F0502020204030204" pitchFamily="34" charset="0"/>
              </a:rPr>
              <a:t>If things continue the way they are now, about half of Americans will be obese by 2030.</a:t>
            </a:r>
          </a:p>
          <a:p>
            <a:pPr>
              <a:spcAft>
                <a:spcPts val="1400"/>
              </a:spcAft>
            </a:pPr>
            <a:r>
              <a:rPr lang="en-US">
                <a:solidFill>
                  <a:srgbClr val="26313D"/>
                </a:solidFill>
                <a:latin typeface="Calibri" panose="020F0502020204030204" pitchFamily="34" charset="0"/>
              </a:rPr>
              <a:t>More patients will need bariatric-capable equipment: lifts, slings, beds and chairs rated for higher weights.</a:t>
            </a:r>
          </a:p>
        </p:txBody>
      </p:sp>
      <p:graphicFrame>
        <p:nvGraphicFramePr>
          <p:cNvPr id="4" name="Obesity trend chart">
            <a:extLst>
              <a:ext uri="{FF2B5EF4-FFF2-40B4-BE49-F238E27FC236}">
                <a16:creationId xmlns:a16="http://schemas.microsoft.com/office/drawing/2014/main" id="{5AB29915-6B45-D4AC-FC78-A7E9C3BB567C}"/>
              </a:ext>
            </a:extLst>
          </p:cNvPr>
          <p:cNvGraphicFramePr/>
          <p:nvPr>
            <p:extLst>
              <p:ext uri="{D42A27DB-BD31-4B8C-83A1-F6EECF244321}">
                <p14:modId xmlns:p14="http://schemas.microsoft.com/office/powerpoint/2010/main" val="372606341"/>
              </p:ext>
            </p:extLst>
          </p:nvPr>
        </p:nvGraphicFramePr>
        <p:xfrm>
          <a:off x="4318000" y="1219200"/>
          <a:ext cx="7264400" cy="4826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DFACDF29-A9C2-4ED2-0886-78EE857AB713}"/>
              </a:ext>
            </a:extLst>
          </p:cNvPr>
          <p:cNvSpPr txBox="1"/>
          <p:nvPr/>
        </p:nvSpPr>
        <p:spPr>
          <a:xfrm>
            <a:off x="4318000" y="6121400"/>
            <a:ext cx="7264400" cy="254000"/>
          </a:xfrm>
          <a:prstGeom prst="rect">
            <a:avLst/>
          </a:prstGeom>
          <a:noFill/>
        </p:spPr>
        <p:txBody>
          <a:bodyPr vert="horz" wrap="square" lIns="0" tIns="0" rIns="0" bIns="0" rtlCol="0" anchor="t">
            <a:noAutofit/>
          </a:bodyPr>
          <a:lstStyle/>
          <a:p>
            <a:r>
              <a:rPr lang="en-US" sz="1100">
                <a:solidFill>
                  <a:srgbClr val="5A6B7D"/>
                </a:solidFill>
                <a:latin typeface="Calibri" panose="020F0502020204030204" pitchFamily="34" charset="0"/>
              </a:rPr>
              <a:t>Prevalence of obesity among U.S. adults aged 20–74 (%). Derived from NHANES data, CDC. 2030 value is a projection.</a:t>
            </a:r>
          </a:p>
        </p:txBody>
      </p:sp>
    </p:spTree>
    <p:extLst>
      <p:ext uri="{BB962C8B-B14F-4D97-AF65-F5344CB8AC3E}">
        <p14:creationId xmlns:p14="http://schemas.microsoft.com/office/powerpoint/2010/main" val="4198325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05127-1B6B-5E90-3623-ADC33BEB84D6}"/>
              </a:ext>
            </a:extLst>
          </p:cNvPr>
          <p:cNvSpPr>
            <a:spLocks noGrp="1"/>
          </p:cNvSpPr>
          <p:nvPr>
            <p:ph type="title" idx="10"/>
          </p:nvPr>
        </p:nvSpPr>
        <p:spPr/>
        <p:txBody>
          <a:bodyPr/>
          <a:lstStyle/>
          <a:p>
            <a:r>
              <a:rPr lang="en-US"/>
              <a:t>Bariatric patient handling</a:t>
            </a:r>
          </a:p>
        </p:txBody>
      </p:sp>
      <p:pic>
        <p:nvPicPr>
          <p:cNvPr id="15" name="Picture Placeholder 14">
            <a:extLst>
              <a:ext uri="{FF2B5EF4-FFF2-40B4-BE49-F238E27FC236}">
                <a16:creationId xmlns:a16="http://schemas.microsoft.com/office/drawing/2014/main" id="{745B64E4-D02A-078A-A24D-AD018A759007}"/>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751" r="2751"/>
          <a:stretch>
            <a:fillRect/>
          </a:stretch>
        </p:blipFill>
        <p:spPr>
          <a:prstGeom prst="roundRect">
            <a:avLst>
              <a:gd name="adj" fmla="val 5000"/>
            </a:avLst>
          </a:prstGeom>
        </p:spPr>
      </p:pic>
      <p:sp>
        <p:nvSpPr>
          <p:cNvPr id="4" name="Rectangle: Rounded Corners 3">
            <a:extLst>
              <a:ext uri="{FF2B5EF4-FFF2-40B4-BE49-F238E27FC236}">
                <a16:creationId xmlns:a16="http://schemas.microsoft.com/office/drawing/2014/main" id="{A40D1802-AAF8-D879-FBC2-F6B05B20A49B}"/>
              </a:ext>
            </a:extLst>
          </p:cNvPr>
          <p:cNvSpPr/>
          <p:nvPr/>
        </p:nvSpPr>
        <p:spPr>
          <a:xfrm>
            <a:off x="609600" y="1727200"/>
            <a:ext cx="5461000" cy="1524000"/>
          </a:xfrm>
          <a:prstGeom prst="roundRect">
            <a:avLst>
              <a:gd name="adj" fmla="val 7000"/>
            </a:avLst>
          </a:prstGeom>
          <a:solidFill>
            <a:srgbClr val="1B36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316F01-1305-D519-9C78-F201BB5FA1BB}"/>
              </a:ext>
            </a:extLst>
          </p:cNvPr>
          <p:cNvSpPr txBox="1"/>
          <p:nvPr/>
        </p:nvSpPr>
        <p:spPr>
          <a:xfrm>
            <a:off x="914400" y="1879600"/>
            <a:ext cx="4902200" cy="1270000"/>
          </a:xfrm>
          <a:prstGeom prst="rect">
            <a:avLst/>
          </a:prstGeom>
          <a:noFill/>
        </p:spPr>
        <p:txBody>
          <a:bodyPr vert="horz" wrap="square" lIns="0" tIns="0" rIns="0" bIns="0" rtlCol="0" anchor="t">
            <a:noAutofit/>
          </a:bodyPr>
          <a:lstStyle/>
          <a:p>
            <a:r>
              <a:rPr lang="en-US" sz="4800" b="1">
                <a:solidFill>
                  <a:srgbClr val="F2B33D"/>
                </a:solidFill>
                <a:latin typeface="Calibri" panose="020F0502020204030204" pitchFamily="34" charset="0"/>
              </a:rPr>
              <a:t>10%</a:t>
            </a:r>
          </a:p>
          <a:p>
            <a:r>
              <a:rPr lang="en-US" sz="1500">
                <a:solidFill>
                  <a:srgbClr val="FFFFFF"/>
                </a:solidFill>
                <a:latin typeface="Calibri" panose="020F0502020204030204" pitchFamily="34" charset="0"/>
              </a:rPr>
              <a:t>Patients with a BMI over 35 make up only about 10% of the patient population...</a:t>
            </a:r>
          </a:p>
        </p:txBody>
      </p:sp>
      <p:sp>
        <p:nvSpPr>
          <p:cNvPr id="6" name="TextBox 5">
            <a:extLst>
              <a:ext uri="{FF2B5EF4-FFF2-40B4-BE49-F238E27FC236}">
                <a16:creationId xmlns:a16="http://schemas.microsoft.com/office/drawing/2014/main" id="{96DC70AE-B7E0-3AE4-A681-08C34D8B27B1}"/>
              </a:ext>
            </a:extLst>
          </p:cNvPr>
          <p:cNvSpPr txBox="1"/>
          <p:nvPr/>
        </p:nvSpPr>
        <p:spPr>
          <a:xfrm>
            <a:off x="609600" y="3505200"/>
            <a:ext cx="5461000" cy="3302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...but handling them was associated with:</a:t>
            </a:r>
          </a:p>
        </p:txBody>
      </p:sp>
      <p:sp>
        <p:nvSpPr>
          <p:cNvPr id="7" name="Rectangle: Rounded Corners 6">
            <a:extLst>
              <a:ext uri="{FF2B5EF4-FFF2-40B4-BE49-F238E27FC236}">
                <a16:creationId xmlns:a16="http://schemas.microsoft.com/office/drawing/2014/main" id="{DA2C0AB7-11E7-D803-1156-6A20345C2EA7}"/>
              </a:ext>
            </a:extLst>
          </p:cNvPr>
          <p:cNvSpPr/>
          <p:nvPr/>
        </p:nvSpPr>
        <p:spPr>
          <a:xfrm>
            <a:off x="609600" y="3962400"/>
            <a:ext cx="1701800" cy="1524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0C27B6-1F86-53F4-320E-AA23C04D20AE}"/>
              </a:ext>
            </a:extLst>
          </p:cNvPr>
          <p:cNvSpPr txBox="1"/>
          <p:nvPr/>
        </p:nvSpPr>
        <p:spPr>
          <a:xfrm>
            <a:off x="762000" y="4216400"/>
            <a:ext cx="1397000" cy="1092200"/>
          </a:xfrm>
          <a:prstGeom prst="rect">
            <a:avLst/>
          </a:prstGeom>
          <a:noFill/>
        </p:spPr>
        <p:txBody>
          <a:bodyPr vert="horz" wrap="square" lIns="0" tIns="0" rIns="0" bIns="0" rtlCol="0" anchor="t">
            <a:noAutofit/>
          </a:bodyPr>
          <a:lstStyle/>
          <a:p>
            <a:pPr algn="ctr"/>
            <a:r>
              <a:rPr lang="en-US" sz="3000" b="1">
                <a:solidFill>
                  <a:srgbClr val="B8322A"/>
                </a:solidFill>
                <a:latin typeface="Calibri" panose="020F0502020204030204" pitchFamily="34" charset="0"/>
              </a:rPr>
              <a:t>29.8%</a:t>
            </a:r>
          </a:p>
          <a:p>
            <a:pPr algn="ctr"/>
            <a:r>
              <a:rPr lang="en-US" sz="1500">
                <a:solidFill>
                  <a:srgbClr val="26313D"/>
                </a:solidFill>
                <a:latin typeface="Calibri" panose="020F0502020204030204" pitchFamily="34" charset="0"/>
              </a:rPr>
              <a:t>of injuries</a:t>
            </a:r>
          </a:p>
        </p:txBody>
      </p:sp>
      <p:sp>
        <p:nvSpPr>
          <p:cNvPr id="9" name="Rectangle: Rounded Corners 8">
            <a:extLst>
              <a:ext uri="{FF2B5EF4-FFF2-40B4-BE49-F238E27FC236}">
                <a16:creationId xmlns:a16="http://schemas.microsoft.com/office/drawing/2014/main" id="{09760602-1B52-6BEE-9BF8-3C71289AA33C}"/>
              </a:ext>
            </a:extLst>
          </p:cNvPr>
          <p:cNvSpPr/>
          <p:nvPr/>
        </p:nvSpPr>
        <p:spPr>
          <a:xfrm>
            <a:off x="2489200" y="3962400"/>
            <a:ext cx="1701800" cy="1524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762231-E4E1-1E25-12B1-B768C349CDDB}"/>
              </a:ext>
            </a:extLst>
          </p:cNvPr>
          <p:cNvSpPr txBox="1"/>
          <p:nvPr/>
        </p:nvSpPr>
        <p:spPr>
          <a:xfrm>
            <a:off x="2641600" y="4216400"/>
            <a:ext cx="1397000" cy="1092200"/>
          </a:xfrm>
          <a:prstGeom prst="rect">
            <a:avLst/>
          </a:prstGeom>
          <a:noFill/>
        </p:spPr>
        <p:txBody>
          <a:bodyPr vert="horz" wrap="square" lIns="0" tIns="0" rIns="0" bIns="0" rtlCol="0" anchor="t">
            <a:noAutofit/>
          </a:bodyPr>
          <a:lstStyle/>
          <a:p>
            <a:pPr algn="ctr"/>
            <a:r>
              <a:rPr lang="en-US" sz="3000" b="1">
                <a:solidFill>
                  <a:srgbClr val="B8322A"/>
                </a:solidFill>
                <a:latin typeface="Calibri" panose="020F0502020204030204" pitchFamily="34" charset="0"/>
              </a:rPr>
              <a:t>27.9%</a:t>
            </a:r>
          </a:p>
          <a:p>
            <a:pPr algn="ctr"/>
            <a:r>
              <a:rPr lang="en-US" sz="1500">
                <a:solidFill>
                  <a:srgbClr val="26313D"/>
                </a:solidFill>
                <a:latin typeface="Calibri" panose="020F0502020204030204" pitchFamily="34" charset="0"/>
              </a:rPr>
              <a:t>of lost time</a:t>
            </a:r>
          </a:p>
        </p:txBody>
      </p:sp>
      <p:sp>
        <p:nvSpPr>
          <p:cNvPr id="11" name="Rectangle: Rounded Corners 10">
            <a:extLst>
              <a:ext uri="{FF2B5EF4-FFF2-40B4-BE49-F238E27FC236}">
                <a16:creationId xmlns:a16="http://schemas.microsoft.com/office/drawing/2014/main" id="{4F1A2A52-6457-6443-1EB5-C62CA59F708E}"/>
              </a:ext>
            </a:extLst>
          </p:cNvPr>
          <p:cNvSpPr/>
          <p:nvPr/>
        </p:nvSpPr>
        <p:spPr>
          <a:xfrm>
            <a:off x="4368800" y="3962400"/>
            <a:ext cx="1701800" cy="1524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B61AAD2-4D6C-5915-5926-862E03B3F31D}"/>
              </a:ext>
            </a:extLst>
          </p:cNvPr>
          <p:cNvSpPr txBox="1"/>
          <p:nvPr/>
        </p:nvSpPr>
        <p:spPr>
          <a:xfrm>
            <a:off x="4521200" y="4216400"/>
            <a:ext cx="1397000" cy="1092200"/>
          </a:xfrm>
          <a:prstGeom prst="rect">
            <a:avLst/>
          </a:prstGeom>
          <a:noFill/>
        </p:spPr>
        <p:txBody>
          <a:bodyPr vert="horz" wrap="square" lIns="0" tIns="0" rIns="0" bIns="0" rtlCol="0" anchor="t">
            <a:noAutofit/>
          </a:bodyPr>
          <a:lstStyle/>
          <a:p>
            <a:pPr algn="ctr"/>
            <a:r>
              <a:rPr lang="en-US" sz="3000" b="1">
                <a:solidFill>
                  <a:srgbClr val="B8322A"/>
                </a:solidFill>
                <a:latin typeface="Calibri" panose="020F0502020204030204" pitchFamily="34" charset="0"/>
              </a:rPr>
              <a:t>37.2%</a:t>
            </a:r>
          </a:p>
          <a:p>
            <a:pPr algn="ctr"/>
            <a:r>
              <a:rPr lang="en-US" sz="1500">
                <a:solidFill>
                  <a:srgbClr val="26313D"/>
                </a:solidFill>
                <a:latin typeface="Calibri" panose="020F0502020204030204" pitchFamily="34" charset="0"/>
              </a:rPr>
              <a:t>of restricted time</a:t>
            </a:r>
          </a:p>
        </p:txBody>
      </p:sp>
      <p:sp>
        <p:nvSpPr>
          <p:cNvPr id="13" name="TextBox 12">
            <a:extLst>
              <a:ext uri="{FF2B5EF4-FFF2-40B4-BE49-F238E27FC236}">
                <a16:creationId xmlns:a16="http://schemas.microsoft.com/office/drawing/2014/main" id="{09E59B86-818D-28A4-0C1F-34344D403EF5}"/>
              </a:ext>
            </a:extLst>
          </p:cNvPr>
          <p:cNvSpPr txBox="1"/>
          <p:nvPr/>
        </p:nvSpPr>
        <p:spPr>
          <a:xfrm>
            <a:off x="609600" y="5689600"/>
            <a:ext cx="5461000" cy="558800"/>
          </a:xfrm>
          <a:prstGeom prst="rect">
            <a:avLst/>
          </a:prstGeom>
          <a:noFill/>
        </p:spPr>
        <p:txBody>
          <a:bodyPr vert="horz" wrap="square" lIns="0" tIns="0" rIns="0" bIns="0" rtlCol="0" anchor="t">
            <a:noAutofit/>
          </a:bodyPr>
          <a:lstStyle/>
          <a:p>
            <a:r>
              <a:rPr lang="en-US" sz="1000">
                <a:solidFill>
                  <a:srgbClr val="5A6B7D"/>
                </a:solidFill>
                <a:latin typeface="Calibri" panose="020F0502020204030204" pitchFamily="34" charset="0"/>
              </a:rPr>
              <a:t>Randall SB, Pories WJ, Pearson A, Drake DJ. Expanded OSHA 300 log as metric for bariatric patient-handling staff injuries. Surg Obes Relat Dis. 2009;5(4):463–468.</a:t>
            </a:r>
          </a:p>
        </p:txBody>
      </p:sp>
    </p:spTree>
    <p:extLst>
      <p:ext uri="{BB962C8B-B14F-4D97-AF65-F5344CB8AC3E}">
        <p14:creationId xmlns:p14="http://schemas.microsoft.com/office/powerpoint/2010/main" val="1602616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0FA20-91E4-8BC9-11BC-9186300733F5}"/>
              </a:ext>
            </a:extLst>
          </p:cNvPr>
          <p:cNvSpPr>
            <a:spLocks noGrp="1"/>
          </p:cNvSpPr>
          <p:nvPr>
            <p:ph type="title" idx="10"/>
          </p:nvPr>
        </p:nvSpPr>
        <p:spPr/>
        <p:txBody>
          <a:bodyPr/>
          <a:lstStyle/>
          <a:p>
            <a:r>
              <a:rPr lang="en-US"/>
              <a:t>What SPHM sets out to do</a:t>
            </a:r>
          </a:p>
        </p:txBody>
      </p:sp>
      <p:pic>
        <p:nvPicPr>
          <p:cNvPr id="14" name="Picture Placeholder 13">
            <a:extLst>
              <a:ext uri="{FF2B5EF4-FFF2-40B4-BE49-F238E27FC236}">
                <a16:creationId xmlns:a16="http://schemas.microsoft.com/office/drawing/2014/main" id="{B34BBED6-EB8D-6F68-9919-48969E77F5B5}"/>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751" r="2751"/>
          <a:stretch>
            <a:fillRect/>
          </a:stretch>
        </p:blipFill>
        <p:spPr>
          <a:prstGeom prst="roundRect">
            <a:avLst>
              <a:gd name="adj" fmla="val 5000"/>
            </a:avLst>
          </a:prstGeom>
        </p:spPr>
      </p:pic>
      <p:sp>
        <p:nvSpPr>
          <p:cNvPr id="4" name="Rectangle: Rounded Corners 3">
            <a:extLst>
              <a:ext uri="{FF2B5EF4-FFF2-40B4-BE49-F238E27FC236}">
                <a16:creationId xmlns:a16="http://schemas.microsoft.com/office/drawing/2014/main" id="{BF20926E-C0C2-D45F-8262-6FFCA92D5293}"/>
              </a:ext>
            </a:extLst>
          </p:cNvPr>
          <p:cNvSpPr/>
          <p:nvPr/>
        </p:nvSpPr>
        <p:spPr>
          <a:xfrm>
            <a:off x="609600" y="1778000"/>
            <a:ext cx="5461000" cy="13208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0B8FCBF-6906-1926-F548-42BB828D0CA3}"/>
              </a:ext>
            </a:extLst>
          </p:cNvPr>
          <p:cNvSpPr/>
          <p:nvPr/>
        </p:nvSpPr>
        <p:spPr>
          <a:xfrm>
            <a:off x="863600" y="2108200"/>
            <a:ext cx="660400" cy="6604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4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1CBF0461-2E50-9AA4-9BC0-6811511C4705}"/>
              </a:ext>
            </a:extLst>
          </p:cNvPr>
          <p:cNvSpPr txBox="1"/>
          <p:nvPr/>
        </p:nvSpPr>
        <p:spPr>
          <a:xfrm>
            <a:off x="1752600" y="1981200"/>
            <a:ext cx="4114800" cy="965200"/>
          </a:xfrm>
          <a:prstGeom prst="rect">
            <a:avLst/>
          </a:prstGeom>
          <a:noFill/>
        </p:spPr>
        <p:txBody>
          <a:bodyPr vert="horz" wrap="square" lIns="0" tIns="0" rIns="0" bIns="0" rtlCol="0" anchor="t">
            <a:noAutofit/>
          </a:bodyPr>
          <a:lstStyle/>
          <a:p>
            <a:pPr>
              <a:spcAft>
                <a:spcPts val="200"/>
              </a:spcAft>
            </a:pPr>
            <a:r>
              <a:rPr lang="en-US" sz="1900" b="1">
                <a:solidFill>
                  <a:srgbClr val="1B365D"/>
                </a:solidFill>
                <a:latin typeface="Calibri" panose="020F0502020204030204" pitchFamily="34" charset="0"/>
              </a:rPr>
              <a:t>Decrease injury risk</a:t>
            </a:r>
          </a:p>
          <a:p>
            <a:pPr>
              <a:spcAft>
                <a:spcPts val="200"/>
              </a:spcAft>
            </a:pPr>
            <a:r>
              <a:rPr lang="en-US" sz="1500">
                <a:solidFill>
                  <a:srgbClr val="26313D"/>
                </a:solidFill>
                <a:latin typeface="Calibri" panose="020F0502020204030204" pitchFamily="34" charset="0"/>
              </a:rPr>
              <a:t>Reduce the risk of musculoskeletal injuries for ALL health care workers.</a:t>
            </a:r>
          </a:p>
        </p:txBody>
      </p:sp>
      <p:sp>
        <p:nvSpPr>
          <p:cNvPr id="7" name="Rectangle: Rounded Corners 6">
            <a:extLst>
              <a:ext uri="{FF2B5EF4-FFF2-40B4-BE49-F238E27FC236}">
                <a16:creationId xmlns:a16="http://schemas.microsoft.com/office/drawing/2014/main" id="{CB48FC75-4272-B8FB-2DF9-E896A0A87216}"/>
              </a:ext>
            </a:extLst>
          </p:cNvPr>
          <p:cNvSpPr/>
          <p:nvPr/>
        </p:nvSpPr>
        <p:spPr>
          <a:xfrm>
            <a:off x="609600" y="3276600"/>
            <a:ext cx="5461000" cy="13208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9534F0C-7E55-EFFE-DF0B-A0C1E62C2090}"/>
              </a:ext>
            </a:extLst>
          </p:cNvPr>
          <p:cNvSpPr/>
          <p:nvPr/>
        </p:nvSpPr>
        <p:spPr>
          <a:xfrm>
            <a:off x="863600" y="3606800"/>
            <a:ext cx="660400" cy="6604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400"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C320B0AF-C954-F6D0-9319-90E34701E63B}"/>
              </a:ext>
            </a:extLst>
          </p:cNvPr>
          <p:cNvSpPr txBox="1"/>
          <p:nvPr/>
        </p:nvSpPr>
        <p:spPr>
          <a:xfrm>
            <a:off x="1752600" y="3479800"/>
            <a:ext cx="4114800" cy="965200"/>
          </a:xfrm>
          <a:prstGeom prst="rect">
            <a:avLst/>
          </a:prstGeom>
          <a:noFill/>
        </p:spPr>
        <p:txBody>
          <a:bodyPr vert="horz" wrap="square" lIns="0" tIns="0" rIns="0" bIns="0" rtlCol="0" anchor="t">
            <a:noAutofit/>
          </a:bodyPr>
          <a:lstStyle/>
          <a:p>
            <a:pPr>
              <a:spcAft>
                <a:spcPts val="200"/>
              </a:spcAft>
            </a:pPr>
            <a:r>
              <a:rPr lang="en-US" sz="1900" b="1">
                <a:solidFill>
                  <a:srgbClr val="1B365D"/>
                </a:solidFill>
                <a:latin typeface="Calibri" panose="020F0502020204030204" pitchFamily="34" charset="0"/>
              </a:rPr>
              <a:t>Mobilize patients</a:t>
            </a:r>
          </a:p>
          <a:p>
            <a:pPr>
              <a:spcAft>
                <a:spcPts val="200"/>
              </a:spcAft>
            </a:pPr>
            <a:r>
              <a:rPr lang="en-US" sz="1500">
                <a:solidFill>
                  <a:srgbClr val="26313D"/>
                </a:solidFill>
                <a:latin typeface="Calibri" panose="020F0502020204030204" pitchFamily="34" charset="0"/>
              </a:rPr>
              <a:t>Make patient mobilization easier, along with the benefits that come with it.</a:t>
            </a:r>
          </a:p>
        </p:txBody>
      </p:sp>
      <p:sp>
        <p:nvSpPr>
          <p:cNvPr id="10" name="Rectangle: Rounded Corners 9">
            <a:extLst>
              <a:ext uri="{FF2B5EF4-FFF2-40B4-BE49-F238E27FC236}">
                <a16:creationId xmlns:a16="http://schemas.microsoft.com/office/drawing/2014/main" id="{C4B3F386-8AB7-CA07-5EDC-55A9594D7921}"/>
              </a:ext>
            </a:extLst>
          </p:cNvPr>
          <p:cNvSpPr/>
          <p:nvPr/>
        </p:nvSpPr>
        <p:spPr>
          <a:xfrm>
            <a:off x="609600" y="4775200"/>
            <a:ext cx="5461000" cy="13208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EC7DE38-A8A2-2C73-36D5-E07D096BB5A5}"/>
              </a:ext>
            </a:extLst>
          </p:cNvPr>
          <p:cNvSpPr/>
          <p:nvPr/>
        </p:nvSpPr>
        <p:spPr>
          <a:xfrm>
            <a:off x="863600" y="5105400"/>
            <a:ext cx="660400" cy="6604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400" b="1">
                <a:solidFill>
                  <a:srgbClr val="FFFFFF"/>
                </a:solidFill>
                <a:latin typeface="Calibri" panose="020F0502020204030204" pitchFamily="34" charset="0"/>
              </a:rPr>
              <a:t>3</a:t>
            </a:r>
          </a:p>
        </p:txBody>
      </p:sp>
      <p:sp>
        <p:nvSpPr>
          <p:cNvPr id="12" name="TextBox 11">
            <a:extLst>
              <a:ext uri="{FF2B5EF4-FFF2-40B4-BE49-F238E27FC236}">
                <a16:creationId xmlns:a16="http://schemas.microsoft.com/office/drawing/2014/main" id="{CA75A2E7-737C-752D-C8E8-EFA31708E241}"/>
              </a:ext>
            </a:extLst>
          </p:cNvPr>
          <p:cNvSpPr txBox="1"/>
          <p:nvPr/>
        </p:nvSpPr>
        <p:spPr>
          <a:xfrm>
            <a:off x="1752600" y="4978400"/>
            <a:ext cx="4114800" cy="965200"/>
          </a:xfrm>
          <a:prstGeom prst="rect">
            <a:avLst/>
          </a:prstGeom>
          <a:noFill/>
        </p:spPr>
        <p:txBody>
          <a:bodyPr vert="horz" wrap="square" lIns="0" tIns="0" rIns="0" bIns="0" rtlCol="0" anchor="t">
            <a:noAutofit/>
          </a:bodyPr>
          <a:lstStyle/>
          <a:p>
            <a:pPr>
              <a:spcAft>
                <a:spcPts val="200"/>
              </a:spcAft>
            </a:pPr>
            <a:r>
              <a:rPr lang="en-US" sz="1900" b="1">
                <a:solidFill>
                  <a:srgbClr val="1B365D"/>
                </a:solidFill>
                <a:latin typeface="Calibri" panose="020F0502020204030204" pitchFamily="34" charset="0"/>
              </a:rPr>
              <a:t>Improve care</a:t>
            </a:r>
          </a:p>
          <a:p>
            <a:pPr>
              <a:spcAft>
                <a:spcPts val="200"/>
              </a:spcAft>
            </a:pPr>
            <a:r>
              <a:rPr lang="en-US" sz="1500">
                <a:solidFill>
                  <a:srgbClr val="26313D"/>
                </a:solidFill>
                <a:latin typeface="Calibri" panose="020F0502020204030204" pitchFamily="34" charset="0"/>
              </a:rPr>
              <a:t>Improve the quality of care and the quality of life of our Veteran patients and residents.</a:t>
            </a:r>
          </a:p>
        </p:txBody>
      </p:sp>
    </p:spTree>
    <p:extLst>
      <p:ext uri="{BB962C8B-B14F-4D97-AF65-F5344CB8AC3E}">
        <p14:creationId xmlns:p14="http://schemas.microsoft.com/office/powerpoint/2010/main" val="3402357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83520-18E8-7872-4097-0BF204B2D818}"/>
              </a:ext>
            </a:extLst>
          </p:cNvPr>
          <p:cNvSpPr>
            <a:spLocks noGrp="1"/>
          </p:cNvSpPr>
          <p:nvPr>
            <p:ph type="title" idx="10"/>
          </p:nvPr>
        </p:nvSpPr>
        <p:spPr/>
        <p:txBody>
          <a:bodyPr/>
          <a:lstStyle/>
          <a:p>
            <a:r>
              <a:rPr lang="en-US"/>
              <a:t>What is the VA SPHM program?</a:t>
            </a:r>
          </a:p>
        </p:txBody>
      </p:sp>
      <p:sp>
        <p:nvSpPr>
          <p:cNvPr id="4" name="TextBox 3">
            <a:extLst>
              <a:ext uri="{FF2B5EF4-FFF2-40B4-BE49-F238E27FC236}">
                <a16:creationId xmlns:a16="http://schemas.microsoft.com/office/drawing/2014/main" id="{F85B083C-A0C9-7956-D4C1-79223026B309}"/>
              </a:ext>
            </a:extLst>
          </p:cNvPr>
          <p:cNvSpPr txBox="1"/>
          <p:nvPr/>
        </p:nvSpPr>
        <p:spPr>
          <a:xfrm>
            <a:off x="609600" y="1727200"/>
            <a:ext cx="5461000" cy="1219200"/>
          </a:xfrm>
          <a:prstGeom prst="rect">
            <a:avLst/>
          </a:prstGeom>
          <a:noFill/>
        </p:spPr>
        <p:txBody>
          <a:bodyPr vert="horz" wrap="square" lIns="0" tIns="0" rIns="0" bIns="0" rtlCol="0" anchor="t">
            <a:noAutofit/>
          </a:bodyPr>
          <a:lstStyle/>
          <a:p>
            <a:pPr>
              <a:spcAft>
                <a:spcPts val="400"/>
              </a:spcAft>
            </a:pPr>
            <a:r>
              <a:rPr lang="en-US" sz="1900" b="1">
                <a:solidFill>
                  <a:srgbClr val="1B365D"/>
                </a:solidFill>
                <a:latin typeface="Calibri" panose="020F0502020204030204" pitchFamily="34" charset="0"/>
              </a:rPr>
              <a:t>National SPHM directive</a:t>
            </a:r>
          </a:p>
          <a:p>
            <a:pPr>
              <a:spcAft>
                <a:spcPts val="400"/>
              </a:spcAft>
            </a:pPr>
            <a:r>
              <a:rPr lang="en-US" sz="1600">
                <a:solidFill>
                  <a:srgbClr val="26313D"/>
                </a:solidFill>
                <a:latin typeface="Calibri" panose="020F0502020204030204" pitchFamily="34" charset="0"/>
              </a:rPr>
              <a:t>VHA Directive 1611, Safe Patient Handling and Mobility Program (replaced VHA Directive 2010-032, Safe Patient Handling Program and Facility Design)</a:t>
            </a:r>
          </a:p>
        </p:txBody>
      </p:sp>
      <p:sp>
        <p:nvSpPr>
          <p:cNvPr id="5" name="Rectangle: Rounded Corners 4">
            <a:extLst>
              <a:ext uri="{FF2B5EF4-FFF2-40B4-BE49-F238E27FC236}">
                <a16:creationId xmlns:a16="http://schemas.microsoft.com/office/drawing/2014/main" id="{B46A40F7-5783-F91B-BB49-D9AD0B09613B}"/>
              </a:ext>
            </a:extLst>
          </p:cNvPr>
          <p:cNvSpPr/>
          <p:nvPr/>
        </p:nvSpPr>
        <p:spPr>
          <a:xfrm>
            <a:off x="609600" y="3302000"/>
            <a:ext cx="5461000" cy="812800"/>
          </a:xfrm>
          <a:prstGeom prst="roundRect">
            <a:avLst>
              <a:gd name="adj" fmla="val 7000"/>
            </a:avLst>
          </a:prstGeom>
          <a:solidFill>
            <a:srgbClr val="F4F8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F2D5E27-E354-D081-037B-133C5FF6209A}"/>
              </a:ext>
            </a:extLst>
          </p:cNvPr>
          <p:cNvSpPr/>
          <p:nvPr/>
        </p:nvSpPr>
        <p:spPr>
          <a:xfrm>
            <a:off x="787400" y="3505200"/>
            <a:ext cx="406400" cy="4064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7" name="TextBox 6">
            <a:extLst>
              <a:ext uri="{FF2B5EF4-FFF2-40B4-BE49-F238E27FC236}">
                <a16:creationId xmlns:a16="http://schemas.microsoft.com/office/drawing/2014/main" id="{2C6AC5F0-5241-F22D-D29C-467E7B4D65CA}"/>
              </a:ext>
            </a:extLst>
          </p:cNvPr>
          <p:cNvSpPr txBox="1"/>
          <p:nvPr/>
        </p:nvSpPr>
        <p:spPr>
          <a:xfrm>
            <a:off x="1371600" y="3302000"/>
            <a:ext cx="4521200" cy="8128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Requires an SPHM program in every facility</a:t>
            </a:r>
          </a:p>
        </p:txBody>
      </p:sp>
      <p:sp>
        <p:nvSpPr>
          <p:cNvPr id="8" name="Rectangle: Rounded Corners 7">
            <a:extLst>
              <a:ext uri="{FF2B5EF4-FFF2-40B4-BE49-F238E27FC236}">
                <a16:creationId xmlns:a16="http://schemas.microsoft.com/office/drawing/2014/main" id="{2BB0CEF4-55D7-11F0-1E2D-9D3DB0CB2E84}"/>
              </a:ext>
            </a:extLst>
          </p:cNvPr>
          <p:cNvSpPr/>
          <p:nvPr/>
        </p:nvSpPr>
        <p:spPr>
          <a:xfrm>
            <a:off x="609600" y="4267200"/>
            <a:ext cx="5461000" cy="812800"/>
          </a:xfrm>
          <a:prstGeom prst="roundRect">
            <a:avLst>
              <a:gd name="adj" fmla="val 7000"/>
            </a:avLst>
          </a:prstGeom>
          <a:solidFill>
            <a:srgbClr val="F4F8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FCE04B-ED23-E7BE-2E26-B24CA396B192}"/>
              </a:ext>
            </a:extLst>
          </p:cNvPr>
          <p:cNvSpPr/>
          <p:nvPr/>
        </p:nvSpPr>
        <p:spPr>
          <a:xfrm>
            <a:off x="787400" y="4470400"/>
            <a:ext cx="406400" cy="4064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10" name="TextBox 9">
            <a:extLst>
              <a:ext uri="{FF2B5EF4-FFF2-40B4-BE49-F238E27FC236}">
                <a16:creationId xmlns:a16="http://schemas.microsoft.com/office/drawing/2014/main" id="{26A3BFA5-7FBF-8492-F13A-80428B01B056}"/>
              </a:ext>
            </a:extLst>
          </p:cNvPr>
          <p:cNvSpPr txBox="1"/>
          <p:nvPr/>
        </p:nvSpPr>
        <p:spPr>
          <a:xfrm>
            <a:off x="1371600" y="4267200"/>
            <a:ext cx="4521200" cy="8128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Every program includes the same core elements</a:t>
            </a:r>
          </a:p>
        </p:txBody>
      </p:sp>
      <p:sp>
        <p:nvSpPr>
          <p:cNvPr id="11" name="Rectangle: Rounded Corners 10">
            <a:extLst>
              <a:ext uri="{FF2B5EF4-FFF2-40B4-BE49-F238E27FC236}">
                <a16:creationId xmlns:a16="http://schemas.microsoft.com/office/drawing/2014/main" id="{DE12BF88-C9A7-4080-5792-9D258E8E04AA}"/>
              </a:ext>
            </a:extLst>
          </p:cNvPr>
          <p:cNvSpPr/>
          <p:nvPr/>
        </p:nvSpPr>
        <p:spPr>
          <a:xfrm>
            <a:off x="609600" y="5232400"/>
            <a:ext cx="5461000" cy="812800"/>
          </a:xfrm>
          <a:prstGeom prst="roundRect">
            <a:avLst>
              <a:gd name="adj" fmla="val 7000"/>
            </a:avLst>
          </a:prstGeom>
          <a:solidFill>
            <a:srgbClr val="F4F8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7E953A6-8900-CD21-E460-47C92F051902}"/>
              </a:ext>
            </a:extLst>
          </p:cNvPr>
          <p:cNvSpPr/>
          <p:nvPr/>
        </p:nvSpPr>
        <p:spPr>
          <a:xfrm>
            <a:off x="787400" y="5435600"/>
            <a:ext cx="406400" cy="4064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13" name="TextBox 12">
            <a:extLst>
              <a:ext uri="{FF2B5EF4-FFF2-40B4-BE49-F238E27FC236}">
                <a16:creationId xmlns:a16="http://schemas.microsoft.com/office/drawing/2014/main" id="{96F4E0E1-0FB8-965A-434E-83BA98C0F47B}"/>
              </a:ext>
            </a:extLst>
          </p:cNvPr>
          <p:cNvSpPr txBox="1"/>
          <p:nvPr/>
        </p:nvSpPr>
        <p:spPr>
          <a:xfrm>
            <a:off x="1371600" y="5232400"/>
            <a:ext cx="4521200" cy="8128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Requires planning for SPHM in design and construction</a:t>
            </a:r>
          </a:p>
        </p:txBody>
      </p:sp>
      <p:pic>
        <p:nvPicPr>
          <p:cNvPr id="19" name="Picture Placeholder 18">
            <a:extLst>
              <a:ext uri="{FF2B5EF4-FFF2-40B4-BE49-F238E27FC236}">
                <a16:creationId xmlns:a16="http://schemas.microsoft.com/office/drawing/2014/main" id="{82E58674-D8D5-A5C9-DB35-A8575C12DF29}"/>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10946" r="10946"/>
          <a:stretch>
            <a:fillRect/>
          </a:stretch>
        </p:blipFill>
        <p:spPr>
          <a:prstGeom prst="roundRect">
            <a:avLst>
              <a:gd name="adj" fmla="val 5000"/>
            </a:avLst>
          </a:prstGeom>
        </p:spPr>
      </p:pic>
    </p:spTree>
    <p:extLst>
      <p:ext uri="{BB962C8B-B14F-4D97-AF65-F5344CB8AC3E}">
        <p14:creationId xmlns:p14="http://schemas.microsoft.com/office/powerpoint/2010/main" val="428993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0ECDD-CA82-1EC1-91B2-C08A288DA4A8}"/>
              </a:ext>
            </a:extLst>
          </p:cNvPr>
          <p:cNvSpPr>
            <a:spLocks noGrp="1"/>
          </p:cNvSpPr>
          <p:nvPr>
            <p:ph type="title" idx="10"/>
          </p:nvPr>
        </p:nvSpPr>
        <p:spPr/>
        <p:txBody>
          <a:bodyPr/>
          <a:lstStyle/>
          <a:p>
            <a:r>
              <a:rPr lang="en-US"/>
              <a:t>SPHM program elements</a:t>
            </a:r>
          </a:p>
        </p:txBody>
      </p:sp>
      <p:sp>
        <p:nvSpPr>
          <p:cNvPr id="3" name="Rectangle: Rounded Corners 2">
            <a:extLst>
              <a:ext uri="{FF2B5EF4-FFF2-40B4-BE49-F238E27FC236}">
                <a16:creationId xmlns:a16="http://schemas.microsoft.com/office/drawing/2014/main" id="{9AD6C85F-F19D-1B1D-6D1B-6B0034FABF27}"/>
              </a:ext>
            </a:extLst>
          </p:cNvPr>
          <p:cNvSpPr/>
          <p:nvPr/>
        </p:nvSpPr>
        <p:spPr>
          <a:xfrm>
            <a:off x="609600" y="1320800"/>
            <a:ext cx="3454400" cy="23368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1634D152-3B68-A7FC-6C7E-30F7CF9AB245}"/>
              </a:ext>
            </a:extLst>
          </p:cNvPr>
          <p:cNvSpPr/>
          <p:nvPr/>
        </p:nvSpPr>
        <p:spPr>
          <a:xfrm>
            <a:off x="863600" y="1574800"/>
            <a:ext cx="508000" cy="5080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10A13AF0-E1EF-D376-F6F2-A0420D5D989F}"/>
              </a:ext>
            </a:extLst>
          </p:cNvPr>
          <p:cNvSpPr txBox="1"/>
          <p:nvPr/>
        </p:nvSpPr>
        <p:spPr>
          <a:xfrm>
            <a:off x="863600" y="2235200"/>
            <a:ext cx="2946400" cy="1320800"/>
          </a:xfrm>
          <a:prstGeom prst="rect">
            <a:avLst/>
          </a:prstGeom>
          <a:noFill/>
        </p:spPr>
        <p:txBody>
          <a:bodyPr vert="horz" wrap="square" lIns="0" tIns="0" rIns="0" bIns="0" rtlCol="0" anchor="t">
            <a:noAutofit/>
          </a:bodyPr>
          <a:lstStyle/>
          <a:p>
            <a:pPr>
              <a:spcAft>
                <a:spcPts val="400"/>
              </a:spcAft>
            </a:pPr>
            <a:r>
              <a:rPr lang="en-US" sz="1900" b="1">
                <a:solidFill>
                  <a:srgbClr val="1B365D"/>
                </a:solidFill>
                <a:latin typeface="Calibri" panose="020F0502020204030204" pitchFamily="34" charset="0"/>
              </a:rPr>
              <a:t>Facility policy</a:t>
            </a:r>
          </a:p>
          <a:p>
            <a:pPr>
              <a:spcAft>
                <a:spcPts val="400"/>
              </a:spcAft>
            </a:pPr>
            <a:r>
              <a:rPr lang="en-US" sz="1500">
                <a:solidFill>
                  <a:srgbClr val="26313D"/>
                </a:solidFill>
                <a:latin typeface="Calibri" panose="020F0502020204030204" pitchFamily="34" charset="0"/>
              </a:rPr>
              <a:t>Local SPHM policy: MCP 118-21-013 at VACCHS.</a:t>
            </a:r>
          </a:p>
        </p:txBody>
      </p:sp>
      <p:sp>
        <p:nvSpPr>
          <p:cNvPr id="6" name="Rectangle: Rounded Corners 5">
            <a:extLst>
              <a:ext uri="{FF2B5EF4-FFF2-40B4-BE49-F238E27FC236}">
                <a16:creationId xmlns:a16="http://schemas.microsoft.com/office/drawing/2014/main" id="{9334D1DB-1B81-B084-388F-FEBDD5B6ECFB}"/>
              </a:ext>
            </a:extLst>
          </p:cNvPr>
          <p:cNvSpPr/>
          <p:nvPr/>
        </p:nvSpPr>
        <p:spPr>
          <a:xfrm>
            <a:off x="4368800" y="1320800"/>
            <a:ext cx="3454400" cy="23368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9B3434B-FC16-9FA5-A53A-DFF710FB4BFD}"/>
              </a:ext>
            </a:extLst>
          </p:cNvPr>
          <p:cNvSpPr/>
          <p:nvPr/>
        </p:nvSpPr>
        <p:spPr>
          <a:xfrm>
            <a:off x="4622800" y="1574800"/>
            <a:ext cx="508000" cy="5080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2935DAE8-BE9C-551D-5235-8423686CB14F}"/>
              </a:ext>
            </a:extLst>
          </p:cNvPr>
          <p:cNvSpPr txBox="1"/>
          <p:nvPr/>
        </p:nvSpPr>
        <p:spPr>
          <a:xfrm>
            <a:off x="4622800" y="2235200"/>
            <a:ext cx="2946400" cy="1320800"/>
          </a:xfrm>
          <a:prstGeom prst="rect">
            <a:avLst/>
          </a:prstGeom>
          <a:noFill/>
        </p:spPr>
        <p:txBody>
          <a:bodyPr vert="horz" wrap="square" lIns="0" tIns="0" rIns="0" bIns="0" rtlCol="0" anchor="t">
            <a:noAutofit/>
          </a:bodyPr>
          <a:lstStyle/>
          <a:p>
            <a:pPr>
              <a:spcAft>
                <a:spcPts val="400"/>
              </a:spcAft>
            </a:pPr>
            <a:r>
              <a:rPr lang="en-US" sz="1900" b="1">
                <a:solidFill>
                  <a:srgbClr val="1B365D"/>
                </a:solidFill>
                <a:latin typeface="Calibri" panose="020F0502020204030204" pitchFamily="34" charset="0"/>
              </a:rPr>
              <a:t>Leadership</a:t>
            </a:r>
          </a:p>
          <a:p>
            <a:pPr>
              <a:spcAft>
                <a:spcPts val="400"/>
              </a:spcAft>
            </a:pPr>
            <a:r>
              <a:rPr lang="en-US" sz="1500">
                <a:solidFill>
                  <a:srgbClr val="26313D"/>
                </a:solidFill>
                <a:latin typeface="Calibri" panose="020F0502020204030204" pitchFamily="34" charset="0"/>
              </a:rPr>
              <a:t>Program Manager (at least 1 FTE) · Unit Peer Leaders (1 per shift per clinical area) · VISN point of contact.</a:t>
            </a:r>
          </a:p>
        </p:txBody>
      </p:sp>
      <p:sp>
        <p:nvSpPr>
          <p:cNvPr id="9" name="Rectangle: Rounded Corners 8">
            <a:extLst>
              <a:ext uri="{FF2B5EF4-FFF2-40B4-BE49-F238E27FC236}">
                <a16:creationId xmlns:a16="http://schemas.microsoft.com/office/drawing/2014/main" id="{6403D6CB-C11B-DDF0-1F7A-B5387F81DBB2}"/>
              </a:ext>
            </a:extLst>
          </p:cNvPr>
          <p:cNvSpPr/>
          <p:nvPr/>
        </p:nvSpPr>
        <p:spPr>
          <a:xfrm>
            <a:off x="8128000" y="1320800"/>
            <a:ext cx="3454400" cy="23368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F1EB516-0D99-9F8C-7503-3A454D2106A0}"/>
              </a:ext>
            </a:extLst>
          </p:cNvPr>
          <p:cNvSpPr/>
          <p:nvPr/>
        </p:nvSpPr>
        <p:spPr>
          <a:xfrm>
            <a:off x="8382000" y="1574800"/>
            <a:ext cx="508000" cy="508000"/>
          </a:xfrm>
          <a:prstGeom prst="ellipse">
            <a:avLst/>
          </a:prstGeom>
          <a:solidFill>
            <a:srgbClr val="2F6DB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a:solidFill>
                  <a:srgbClr val="FFFFFF"/>
                </a:solidFill>
                <a:latin typeface="Calibri" panose="020F0502020204030204" pitchFamily="34" charset="0"/>
              </a:rPr>
              <a:t>3</a:t>
            </a:r>
          </a:p>
        </p:txBody>
      </p:sp>
      <p:sp>
        <p:nvSpPr>
          <p:cNvPr id="11" name="TextBox 10">
            <a:extLst>
              <a:ext uri="{FF2B5EF4-FFF2-40B4-BE49-F238E27FC236}">
                <a16:creationId xmlns:a16="http://schemas.microsoft.com/office/drawing/2014/main" id="{9DF2B969-F8E0-CBCE-BF39-23E412FE2470}"/>
              </a:ext>
            </a:extLst>
          </p:cNvPr>
          <p:cNvSpPr txBox="1"/>
          <p:nvPr/>
        </p:nvSpPr>
        <p:spPr>
          <a:xfrm>
            <a:off x="8382000" y="2235200"/>
            <a:ext cx="2946400" cy="1320800"/>
          </a:xfrm>
          <a:prstGeom prst="rect">
            <a:avLst/>
          </a:prstGeom>
          <a:noFill/>
        </p:spPr>
        <p:txBody>
          <a:bodyPr vert="horz" wrap="square" lIns="0" tIns="0" rIns="0" bIns="0" rtlCol="0" anchor="t">
            <a:noAutofit/>
          </a:bodyPr>
          <a:lstStyle/>
          <a:p>
            <a:pPr>
              <a:spcAft>
                <a:spcPts val="400"/>
              </a:spcAft>
            </a:pPr>
            <a:r>
              <a:rPr lang="en-US" sz="1900" b="1">
                <a:solidFill>
                  <a:srgbClr val="1B365D"/>
                </a:solidFill>
                <a:latin typeface="Calibri" panose="020F0502020204030204" pitchFamily="34" charset="0"/>
              </a:rPr>
              <a:t>Training</a:t>
            </a:r>
          </a:p>
          <a:p>
            <a:pPr>
              <a:spcAft>
                <a:spcPts val="400"/>
              </a:spcAft>
            </a:pPr>
            <a:r>
              <a:rPr lang="en-US" sz="1500">
                <a:solidFill>
                  <a:srgbClr val="26313D"/>
                </a:solidFill>
                <a:latin typeface="Calibri" panose="020F0502020204030204" pitchFamily="34" charset="0"/>
              </a:rPr>
              <a:t>For multiple services and levels of staff.</a:t>
            </a:r>
          </a:p>
        </p:txBody>
      </p:sp>
      <p:sp>
        <p:nvSpPr>
          <p:cNvPr id="12" name="Rectangle: Rounded Corners 11">
            <a:extLst>
              <a:ext uri="{FF2B5EF4-FFF2-40B4-BE49-F238E27FC236}">
                <a16:creationId xmlns:a16="http://schemas.microsoft.com/office/drawing/2014/main" id="{0CC79795-74F7-ECCF-E5C5-415A7CE15B9D}"/>
              </a:ext>
            </a:extLst>
          </p:cNvPr>
          <p:cNvSpPr/>
          <p:nvPr/>
        </p:nvSpPr>
        <p:spPr>
          <a:xfrm>
            <a:off x="609600" y="3860800"/>
            <a:ext cx="3454400" cy="23368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9BEA09C-33E0-21CF-C138-79ABF49134D1}"/>
              </a:ext>
            </a:extLst>
          </p:cNvPr>
          <p:cNvSpPr/>
          <p:nvPr/>
        </p:nvSpPr>
        <p:spPr>
          <a:xfrm>
            <a:off x="863600" y="4114800"/>
            <a:ext cx="508000" cy="5080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a:solidFill>
                  <a:srgbClr val="FFFFFF"/>
                </a:solidFill>
                <a:latin typeface="Calibri" panose="020F0502020204030204" pitchFamily="34" charset="0"/>
              </a:rPr>
              <a:t>4</a:t>
            </a:r>
          </a:p>
        </p:txBody>
      </p:sp>
      <p:sp>
        <p:nvSpPr>
          <p:cNvPr id="14" name="TextBox 13">
            <a:extLst>
              <a:ext uri="{FF2B5EF4-FFF2-40B4-BE49-F238E27FC236}">
                <a16:creationId xmlns:a16="http://schemas.microsoft.com/office/drawing/2014/main" id="{67D4CBFD-5238-9A93-D264-FD49C8AED585}"/>
              </a:ext>
            </a:extLst>
          </p:cNvPr>
          <p:cNvSpPr txBox="1"/>
          <p:nvPr/>
        </p:nvSpPr>
        <p:spPr>
          <a:xfrm>
            <a:off x="863600" y="4775200"/>
            <a:ext cx="2946400" cy="1320800"/>
          </a:xfrm>
          <a:prstGeom prst="rect">
            <a:avLst/>
          </a:prstGeom>
          <a:noFill/>
        </p:spPr>
        <p:txBody>
          <a:bodyPr vert="horz" wrap="square" lIns="0" tIns="0" rIns="0" bIns="0" rtlCol="0" anchor="t">
            <a:noAutofit/>
          </a:bodyPr>
          <a:lstStyle/>
          <a:p>
            <a:pPr>
              <a:spcAft>
                <a:spcPts val="400"/>
              </a:spcAft>
            </a:pPr>
            <a:r>
              <a:rPr lang="en-US" sz="1900" b="1">
                <a:solidFill>
                  <a:srgbClr val="1B365D"/>
                </a:solidFill>
                <a:latin typeface="Calibri" panose="020F0502020204030204" pitchFamily="34" charset="0"/>
              </a:rPr>
              <a:t>Patient assessment</a:t>
            </a:r>
          </a:p>
          <a:p>
            <a:pPr>
              <a:spcAft>
                <a:spcPts val="400"/>
              </a:spcAft>
            </a:pPr>
            <a:r>
              <a:rPr lang="en-US" sz="1500">
                <a:solidFill>
                  <a:srgbClr val="26313D"/>
                </a:solidFill>
                <a:latin typeface="Calibri" panose="020F0502020204030204" pitchFamily="34" charset="0"/>
              </a:rPr>
              <a:t>A process to recommend the right equipment for each patient's individual needs.</a:t>
            </a:r>
          </a:p>
        </p:txBody>
      </p:sp>
      <p:sp>
        <p:nvSpPr>
          <p:cNvPr id="15" name="Rectangle: Rounded Corners 14">
            <a:extLst>
              <a:ext uri="{FF2B5EF4-FFF2-40B4-BE49-F238E27FC236}">
                <a16:creationId xmlns:a16="http://schemas.microsoft.com/office/drawing/2014/main" id="{7A762E29-0797-26EF-1CC9-5B0077BEF17A}"/>
              </a:ext>
            </a:extLst>
          </p:cNvPr>
          <p:cNvSpPr/>
          <p:nvPr/>
        </p:nvSpPr>
        <p:spPr>
          <a:xfrm>
            <a:off x="4368800" y="3860800"/>
            <a:ext cx="3454400" cy="23368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2511DE2-A4CF-E6F0-1984-E313B4E79EF2}"/>
              </a:ext>
            </a:extLst>
          </p:cNvPr>
          <p:cNvSpPr/>
          <p:nvPr/>
        </p:nvSpPr>
        <p:spPr>
          <a:xfrm>
            <a:off x="4622800" y="4114800"/>
            <a:ext cx="508000" cy="5080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a:solidFill>
                  <a:srgbClr val="FFFFFF"/>
                </a:solidFill>
                <a:latin typeface="Calibri" panose="020F0502020204030204" pitchFamily="34" charset="0"/>
              </a:rPr>
              <a:t>5</a:t>
            </a:r>
          </a:p>
        </p:txBody>
      </p:sp>
      <p:sp>
        <p:nvSpPr>
          <p:cNvPr id="17" name="TextBox 16">
            <a:extLst>
              <a:ext uri="{FF2B5EF4-FFF2-40B4-BE49-F238E27FC236}">
                <a16:creationId xmlns:a16="http://schemas.microsoft.com/office/drawing/2014/main" id="{59B96D13-C8DF-B571-1720-F619C2EC2152}"/>
              </a:ext>
            </a:extLst>
          </p:cNvPr>
          <p:cNvSpPr txBox="1"/>
          <p:nvPr/>
        </p:nvSpPr>
        <p:spPr>
          <a:xfrm>
            <a:off x="4622800" y="4775200"/>
            <a:ext cx="2946400" cy="1320800"/>
          </a:xfrm>
          <a:prstGeom prst="rect">
            <a:avLst/>
          </a:prstGeom>
          <a:noFill/>
        </p:spPr>
        <p:txBody>
          <a:bodyPr vert="horz" wrap="square" lIns="0" tIns="0" rIns="0" bIns="0" rtlCol="0" anchor="t">
            <a:noAutofit/>
          </a:bodyPr>
          <a:lstStyle/>
          <a:p>
            <a:pPr>
              <a:spcAft>
                <a:spcPts val="400"/>
              </a:spcAft>
            </a:pPr>
            <a:r>
              <a:rPr lang="en-US" sz="1900" b="1">
                <a:solidFill>
                  <a:srgbClr val="1B365D"/>
                </a:solidFill>
                <a:latin typeface="Calibri" panose="020F0502020204030204" pitchFamily="34" charset="0"/>
              </a:rPr>
              <a:t>Committee oversight</a:t>
            </a:r>
          </a:p>
          <a:p>
            <a:pPr>
              <a:spcAft>
                <a:spcPts val="400"/>
              </a:spcAft>
            </a:pPr>
            <a:r>
              <a:rPr lang="en-US" sz="1500">
                <a:solidFill>
                  <a:srgbClr val="26313D"/>
                </a:solidFill>
                <a:latin typeface="Calibri" panose="020F0502020204030204" pitchFamily="34" charset="0"/>
              </a:rPr>
              <a:t>A facility committee: ARB, EOC or another.</a:t>
            </a:r>
          </a:p>
        </p:txBody>
      </p:sp>
      <p:sp>
        <p:nvSpPr>
          <p:cNvPr id="18" name="Rectangle: Rounded Corners 17">
            <a:extLst>
              <a:ext uri="{FF2B5EF4-FFF2-40B4-BE49-F238E27FC236}">
                <a16:creationId xmlns:a16="http://schemas.microsoft.com/office/drawing/2014/main" id="{2EBB4833-ECA1-6745-3BE0-87E83A2B8E65}"/>
              </a:ext>
            </a:extLst>
          </p:cNvPr>
          <p:cNvSpPr/>
          <p:nvPr/>
        </p:nvSpPr>
        <p:spPr>
          <a:xfrm>
            <a:off x="8128000" y="3860800"/>
            <a:ext cx="3454400" cy="23368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CF1E7F-A272-C980-25C6-906351D25941}"/>
              </a:ext>
            </a:extLst>
          </p:cNvPr>
          <p:cNvSpPr/>
          <p:nvPr/>
        </p:nvSpPr>
        <p:spPr>
          <a:xfrm>
            <a:off x="8382000" y="4114800"/>
            <a:ext cx="508000" cy="5080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a:solidFill>
                  <a:srgbClr val="FFFFFF"/>
                </a:solidFill>
                <a:latin typeface="Calibri" panose="020F0502020204030204" pitchFamily="34" charset="0"/>
              </a:rPr>
              <a:t>6</a:t>
            </a:r>
          </a:p>
        </p:txBody>
      </p:sp>
      <p:sp>
        <p:nvSpPr>
          <p:cNvPr id="20" name="TextBox 19">
            <a:extLst>
              <a:ext uri="{FF2B5EF4-FFF2-40B4-BE49-F238E27FC236}">
                <a16:creationId xmlns:a16="http://schemas.microsoft.com/office/drawing/2014/main" id="{16C83FE1-4A14-5B78-C5C2-67FAFCA04895}"/>
              </a:ext>
            </a:extLst>
          </p:cNvPr>
          <p:cNvSpPr txBox="1"/>
          <p:nvPr/>
        </p:nvSpPr>
        <p:spPr>
          <a:xfrm>
            <a:off x="8382000" y="4775200"/>
            <a:ext cx="2946400" cy="1320800"/>
          </a:xfrm>
          <a:prstGeom prst="rect">
            <a:avLst/>
          </a:prstGeom>
          <a:noFill/>
        </p:spPr>
        <p:txBody>
          <a:bodyPr vert="horz" wrap="square" lIns="0" tIns="0" rIns="0" bIns="0" rtlCol="0" anchor="t">
            <a:noAutofit/>
          </a:bodyPr>
          <a:lstStyle/>
          <a:p>
            <a:pPr>
              <a:spcAft>
                <a:spcPts val="400"/>
              </a:spcAft>
            </a:pPr>
            <a:r>
              <a:rPr lang="en-US" sz="1900" b="1">
                <a:solidFill>
                  <a:srgbClr val="1B365D"/>
                </a:solidFill>
                <a:latin typeface="Calibri" panose="020F0502020204030204" pitchFamily="34" charset="0"/>
              </a:rPr>
              <a:t>Equipment</a:t>
            </a:r>
          </a:p>
          <a:p>
            <a:pPr>
              <a:spcAft>
                <a:spcPts val="400"/>
              </a:spcAft>
            </a:pPr>
            <a:r>
              <a:rPr lang="en-US" sz="1500">
                <a:solidFill>
                  <a:srgbClr val="26313D"/>
                </a:solidFill>
                <a:latin typeface="Calibri" panose="020F0502020204030204" pitchFamily="34" charset="0"/>
              </a:rPr>
              <a:t>Overhead lift systems and other equipment as needed, based on unit ergonomic assessments.</a:t>
            </a:r>
          </a:p>
        </p:txBody>
      </p:sp>
    </p:spTree>
    <p:extLst>
      <p:ext uri="{BB962C8B-B14F-4D97-AF65-F5344CB8AC3E}">
        <p14:creationId xmlns:p14="http://schemas.microsoft.com/office/powerpoint/2010/main" val="2765256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13 illustration" descr="Illustration: two staff members safely transfer a smiling patient with a ceiling lift and sling.">
            <a:extLst>
              <a:ext uri="{FF2B5EF4-FFF2-40B4-BE49-F238E27FC236}">
                <a16:creationId xmlns:a16="http://schemas.microsoft.com/office/drawing/2014/main" id="{2286AFCB-308C-E24A-302E-290DCEC422D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 backdrop">
            <a:extLst>
              <a:ext uri="{FF2B5EF4-FFF2-40B4-BE49-F238E27FC236}">
                <a16:creationId xmlns:a16="http://schemas.microsoft.com/office/drawing/2014/main" id="{11CB450A-25BD-9E0F-BBC5-997AE77E250B}"/>
              </a:ext>
            </a:extLst>
          </p:cNvPr>
          <p:cNvSpPr/>
          <p:nvPr/>
        </p:nvSpPr>
        <p:spPr>
          <a:xfrm>
            <a:off x="0" y="0"/>
            <a:ext cx="4978400" cy="6858000"/>
          </a:xfrm>
          <a:prstGeom prst="rect">
            <a:avLst/>
          </a:prstGeom>
          <a:solidFill>
            <a:srgbClr val="FFFFFF">
              <a:alpha val="82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a:extLst>
              <a:ext uri="{FF2B5EF4-FFF2-40B4-BE49-F238E27FC236}">
                <a16:creationId xmlns:a16="http://schemas.microsoft.com/office/drawing/2014/main" id="{420DF7BF-07E6-482A-D509-2B5EC1274FBE}"/>
              </a:ext>
            </a:extLst>
          </p:cNvPr>
          <p:cNvSpPr txBox="1"/>
          <p:nvPr/>
        </p:nvSpPr>
        <p:spPr>
          <a:xfrm>
            <a:off x="609600" y="457200"/>
            <a:ext cx="5080000" cy="508000"/>
          </a:xfrm>
          <a:prstGeom prst="rect">
            <a:avLst/>
          </a:prstGeom>
          <a:noFill/>
        </p:spPr>
        <p:txBody>
          <a:bodyPr vert="horz" wrap="square" lIns="0" tIns="0" rIns="0" bIns="0" rtlCol="0" anchor="t">
            <a:noAutofit/>
          </a:bodyPr>
          <a:lstStyle/>
          <a:p>
            <a:r>
              <a:rPr lang="en-US" sz="3000" b="1">
                <a:solidFill>
                  <a:srgbClr val="1B365D"/>
                </a:solidFill>
                <a:latin typeface="Calibri" panose="020F0502020204030204" pitchFamily="34" charset="0"/>
              </a:rPr>
              <a:t>Use the right tools</a:t>
            </a:r>
          </a:p>
        </p:txBody>
      </p:sp>
      <p:sp>
        <p:nvSpPr>
          <p:cNvPr id="6" name="TextBox 5">
            <a:extLst>
              <a:ext uri="{FF2B5EF4-FFF2-40B4-BE49-F238E27FC236}">
                <a16:creationId xmlns:a16="http://schemas.microsoft.com/office/drawing/2014/main" id="{8178CE32-95BD-0101-E758-DDED66444066}"/>
              </a:ext>
            </a:extLst>
          </p:cNvPr>
          <p:cNvSpPr txBox="1"/>
          <p:nvPr/>
        </p:nvSpPr>
        <p:spPr>
          <a:xfrm>
            <a:off x="609600" y="1168400"/>
            <a:ext cx="3810000" cy="558800"/>
          </a:xfrm>
          <a:prstGeom prst="rect">
            <a:avLst/>
          </a:prstGeom>
          <a:noFill/>
        </p:spPr>
        <p:txBody>
          <a:bodyPr vert="horz" wrap="square" lIns="0" tIns="0" rIns="0" bIns="0" rtlCol="0" anchor="t">
            <a:noAutofit/>
          </a:bodyPr>
          <a:lstStyle/>
          <a:p>
            <a:r>
              <a:rPr lang="en-US" sz="1600" b="1">
                <a:solidFill>
                  <a:srgbClr val="1B365D"/>
                </a:solidFill>
                <a:latin typeface="Calibri" panose="020F0502020204030204" pitchFamily="34" charset="0"/>
              </a:rPr>
              <a:t>Using SPHM equipment protects both staff and Veterans.</a:t>
            </a:r>
          </a:p>
        </p:txBody>
      </p:sp>
      <p:sp>
        <p:nvSpPr>
          <p:cNvPr id="7" name="TextBox 6">
            <a:extLst>
              <a:ext uri="{FF2B5EF4-FFF2-40B4-BE49-F238E27FC236}">
                <a16:creationId xmlns:a16="http://schemas.microsoft.com/office/drawing/2014/main" id="{C7597AB4-C3E1-1DC3-B36C-2D059353EF75}"/>
              </a:ext>
            </a:extLst>
          </p:cNvPr>
          <p:cNvSpPr txBox="1"/>
          <p:nvPr/>
        </p:nvSpPr>
        <p:spPr>
          <a:xfrm>
            <a:off x="609600" y="1854200"/>
            <a:ext cx="3810000" cy="3556000"/>
          </a:xfrm>
          <a:prstGeom prst="rect">
            <a:avLst/>
          </a:prstGeom>
          <a:noFill/>
        </p:spPr>
        <p:txBody>
          <a:bodyPr vert="horz" wrap="square" lIns="0" tIns="0" rIns="0" bIns="0" rtlCol="0" anchor="t">
            <a:noAutofit/>
          </a:bodyPr>
          <a:lstStyle/>
          <a:p>
            <a:pPr marL="228600" indent="-228600">
              <a:spcAft>
                <a:spcPts val="700"/>
              </a:spcAft>
              <a:buClr>
                <a:srgbClr val="2F6DB5"/>
              </a:buClr>
              <a:buFont typeface="+mj-lt"/>
              <a:buChar char="•"/>
            </a:pPr>
            <a:r>
              <a:rPr lang="en-US" sz="1500">
                <a:solidFill>
                  <a:srgbClr val="26313D"/>
                </a:solidFill>
                <a:latin typeface="Calibri" panose="020F0502020204030204" pitchFamily="34" charset="0"/>
              </a:rPr>
              <a:t>Use the right SPHM equipment for patient handling and mobility tasks.</a:t>
            </a:r>
          </a:p>
          <a:p>
            <a:pPr marL="228600" indent="-228600">
              <a:spcAft>
                <a:spcPts val="700"/>
              </a:spcAft>
              <a:buClr>
                <a:srgbClr val="2F6DB5"/>
              </a:buClr>
              <a:buFont typeface="+mj-lt"/>
              <a:buChar char="•"/>
            </a:pPr>
            <a:r>
              <a:rPr lang="en-US" sz="1500">
                <a:solidFill>
                  <a:srgbClr val="26313D"/>
                </a:solidFill>
                <a:latin typeface="Calibri" panose="020F0502020204030204" pitchFamily="34" charset="0"/>
              </a:rPr>
              <a:t>Equipment works best when it's available, in working order, and staff are trained to use it.</a:t>
            </a:r>
          </a:p>
          <a:p>
            <a:pPr marL="228600" indent="-228600">
              <a:spcAft>
                <a:spcPts val="700"/>
              </a:spcAft>
              <a:buClr>
                <a:srgbClr val="2F6DB5"/>
              </a:buClr>
              <a:buFont typeface="+mj-lt"/>
              <a:buChar char="•"/>
            </a:pPr>
            <a:r>
              <a:rPr lang="en-US" sz="1500">
                <a:solidFill>
                  <a:srgbClr val="26313D"/>
                </a:solidFill>
                <a:latin typeface="Calibri" panose="020F0502020204030204" pitchFamily="34" charset="0"/>
              </a:rPr>
              <a:t>If equipment can't be used, communicate the barrier and get help before proceeding whenever possible.</a:t>
            </a:r>
          </a:p>
          <a:p>
            <a:pPr marL="228600" indent="-228600">
              <a:spcAft>
                <a:spcPts val="700"/>
              </a:spcAft>
              <a:buClr>
                <a:srgbClr val="2F6DB5"/>
              </a:buClr>
              <a:buFont typeface="+mj-lt"/>
              <a:buChar char="•"/>
            </a:pPr>
            <a:r>
              <a:rPr lang="en-US" sz="1500">
                <a:solidFill>
                  <a:srgbClr val="26313D"/>
                </a:solidFill>
                <a:latin typeface="Calibri" panose="020F0502020204030204" pitchFamily="34" charset="0"/>
              </a:rPr>
              <a:t>After an injury or near miss, report it promptly so the team can review it and improve safety.</a:t>
            </a:r>
          </a:p>
        </p:txBody>
      </p:sp>
      <p:sp>
        <p:nvSpPr>
          <p:cNvPr id="8" name="Rectangle: Rounded Corners 7">
            <a:extLst>
              <a:ext uri="{FF2B5EF4-FFF2-40B4-BE49-F238E27FC236}">
                <a16:creationId xmlns:a16="http://schemas.microsoft.com/office/drawing/2014/main" id="{84FB6628-CDD6-BDC9-BEEC-669530B6EE70}"/>
              </a:ext>
            </a:extLst>
          </p:cNvPr>
          <p:cNvSpPr/>
          <p:nvPr/>
        </p:nvSpPr>
        <p:spPr>
          <a:xfrm>
            <a:off x="609600" y="5486400"/>
            <a:ext cx="3810000" cy="965200"/>
          </a:xfrm>
          <a:prstGeom prst="roundRect">
            <a:avLst>
              <a:gd name="adj" fmla="val 7000"/>
            </a:avLst>
          </a:prstGeom>
          <a:solidFill>
            <a:srgbClr val="1B36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682DB46-54DF-7C56-A40F-E52FC11FE77C}"/>
              </a:ext>
            </a:extLst>
          </p:cNvPr>
          <p:cNvSpPr txBox="1"/>
          <p:nvPr/>
        </p:nvSpPr>
        <p:spPr>
          <a:xfrm>
            <a:off x="812800" y="5486400"/>
            <a:ext cx="3403600" cy="965200"/>
          </a:xfrm>
          <a:prstGeom prst="rect">
            <a:avLst/>
          </a:prstGeom>
          <a:noFill/>
        </p:spPr>
        <p:txBody>
          <a:bodyPr vert="horz" wrap="square" lIns="0" tIns="0" rIns="0" bIns="0" rtlCol="0" anchor="ctr">
            <a:noAutofit/>
          </a:bodyPr>
          <a:lstStyle/>
          <a:p>
            <a:r>
              <a:rPr lang="en-US" sz="1700" b="1">
                <a:solidFill>
                  <a:srgbClr val="FFFFFF"/>
                </a:solidFill>
                <a:latin typeface="Calibri" panose="020F0502020204030204" pitchFamily="34" charset="0"/>
              </a:rPr>
              <a:t>Plan the move. Use the equipment. Ask for help.</a:t>
            </a:r>
          </a:p>
        </p:txBody>
      </p:sp>
    </p:spTree>
    <p:extLst>
      <p:ext uri="{BB962C8B-B14F-4D97-AF65-F5344CB8AC3E}">
        <p14:creationId xmlns:p14="http://schemas.microsoft.com/office/powerpoint/2010/main" val="1883371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C9A83-F947-3D7D-13CF-B0C90312EFA3}"/>
              </a:ext>
            </a:extLst>
          </p:cNvPr>
          <p:cNvSpPr>
            <a:spLocks noGrp="1"/>
          </p:cNvSpPr>
          <p:nvPr>
            <p:ph type="title" idx="10"/>
          </p:nvPr>
        </p:nvSpPr>
        <p:spPr/>
        <p:txBody>
          <a:bodyPr/>
          <a:lstStyle/>
          <a:p>
            <a:r>
              <a:rPr lang="en-US"/>
              <a:t>Patient handling equipment &amp; aids</a:t>
            </a:r>
          </a:p>
        </p:txBody>
      </p:sp>
      <p:pic>
        <p:nvPicPr>
          <p:cNvPr id="6" name="Picture Placeholder 5">
            <a:extLst>
              <a:ext uri="{FF2B5EF4-FFF2-40B4-BE49-F238E27FC236}">
                <a16:creationId xmlns:a16="http://schemas.microsoft.com/office/drawing/2014/main" id="{4D35C3CD-7430-1E3F-B375-FF728268A66E}"/>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11347" r="11347"/>
          <a:stretch>
            <a:fillRect/>
          </a:stretch>
        </p:blipFill>
        <p:spPr>
          <a:prstGeom prst="roundRect">
            <a:avLst>
              <a:gd name="adj" fmla="val 5000"/>
            </a:avLst>
          </a:prstGeom>
        </p:spPr>
      </p:pic>
      <p:sp>
        <p:nvSpPr>
          <p:cNvPr id="4" name="TextBox 3">
            <a:extLst>
              <a:ext uri="{FF2B5EF4-FFF2-40B4-BE49-F238E27FC236}">
                <a16:creationId xmlns:a16="http://schemas.microsoft.com/office/drawing/2014/main" id="{CFFE1EAC-0258-6230-12A3-5151FC67BEB8}"/>
              </a:ext>
            </a:extLst>
          </p:cNvPr>
          <p:cNvSpPr txBox="1"/>
          <p:nvPr/>
        </p:nvSpPr>
        <p:spPr>
          <a:xfrm>
            <a:off x="609600" y="4318000"/>
            <a:ext cx="5334000" cy="762000"/>
          </a:xfrm>
          <a:prstGeom prst="rect">
            <a:avLst/>
          </a:prstGeom>
          <a:noFill/>
        </p:spPr>
        <p:txBody>
          <a:bodyPr vert="horz" wrap="square" lIns="0" tIns="0" rIns="0" bIns="0" rtlCol="0" anchor="t">
            <a:noAutofit/>
          </a:bodyPr>
          <a:lstStyle/>
          <a:p>
            <a:r>
              <a:rPr lang="en-US">
                <a:solidFill>
                  <a:srgbClr val="C9DBEF"/>
                </a:solidFill>
                <a:latin typeface="Calibri" panose="020F0502020204030204" pitchFamily="34" charset="0"/>
              </a:rPr>
              <a:t>Lifts, slings, transfer devices and mobility aids you'll see on your unit.</a:t>
            </a:r>
          </a:p>
        </p:txBody>
      </p:sp>
    </p:spTree>
    <p:extLst>
      <p:ext uri="{BB962C8B-B14F-4D97-AF65-F5344CB8AC3E}">
        <p14:creationId xmlns:p14="http://schemas.microsoft.com/office/powerpoint/2010/main" val="737831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E2ECF7"/>
            </a:gs>
          </a:gsLst>
          <a:lin ang="5400000" scaled="1"/>
          <a:tileRect/>
        </a:gradFill>
        <a:effectLst/>
      </p:bgPr>
    </p:bg>
    <p:spTree>
      <p:nvGrpSpPr>
        <p:cNvPr id="1" name=""/>
        <p:cNvGrpSpPr/>
        <p:nvPr/>
      </p:nvGrpSpPr>
      <p:grpSpPr>
        <a:xfrm>
          <a:off x="0" y="0"/>
          <a:ext cx="0" cy="0"/>
          <a:chOff x="0" y="0"/>
          <a:chExt cx="0" cy="0"/>
        </a:xfrm>
      </p:grpSpPr>
      <p:pic>
        <p:nvPicPr>
          <p:cNvPr id="5" name="Picture 4" descr="http://www.ARJO.com/admin/picture/maxisky600_20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2571" y="0"/>
            <a:ext cx="2128161" cy="317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5" descr="\\vhantxhome\ntx home\vhantxmartim2\Marie_Temp\Safe Patient Handling\Pictures\5.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10618"/>
            <a:ext cx="21844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3" descr="http://www.guldmann.net/files/Billeder/GuldmannProdukter/Guldmann/Sejlogloftetilbehor/Active%20Trainer/Galleri/5149_activetrainer_2008_frit_x.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72400" y="18738"/>
            <a:ext cx="3397458" cy="317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9" descr="http://www.guldmann.net/Files/Billeder/GuldmannProdukter/Guldmann/Sejlogloftetilbehor/Engangssejl/Engangs%20Bensejl/ProductImage.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24000" y="2950867"/>
            <a:ext cx="3242650" cy="116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http://ezlifts.com/media/images/sub_products/StandAidInUse_92383BB370BF8.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90662" y="4038600"/>
            <a:ext cx="221773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http://ezlifts.com/media/images/sub_products/BarSmartStandInUse_D5CA5DB36AD93.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657600" y="4038600"/>
            <a:ext cx="27051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http://www.hovermatt.com/syncshow/uploaded_media/products/detailed/Hovermatt-1266331211.jpe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999089" y="5316142"/>
            <a:ext cx="1909190" cy="1541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file_id183" descr="http://www.hovermatt.com/syncshow/uploaded_media/products/detailed/HOV-Hover390x315-1274799234.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908279" y="4724400"/>
            <a:ext cx="2806768"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 descr="http://www.liko.com/web/bildarkiv/golvo/hi-res/40-12.jp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791200" y="0"/>
            <a:ext cx="2340424" cy="317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8" descr="http://www.guldmann.com/Files/Billeder/GuldmannProdukter/Guldmann/Sejlogloftetilbehor/Loftetilbehor/Twin%20Turner/TwinTurner_ProductImage.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77000" y="3160968"/>
            <a:ext cx="4191000" cy="1292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161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E2ECF7"/>
            </a:gs>
          </a:gsLst>
          <a:lin ang="5400000" scaled="1"/>
          <a:tileRect/>
        </a:gradFill>
        <a:effectLst/>
      </p:bgPr>
    </p:bg>
    <p:spTree>
      <p:nvGrpSpPr>
        <p:cNvPr id="1" name=""/>
        <p:cNvGrpSpPr/>
        <p:nvPr/>
      </p:nvGrpSpPr>
      <p:grpSpPr>
        <a:xfrm>
          <a:off x="0" y="0"/>
          <a:ext cx="0" cy="0"/>
          <a:chOff x="0" y="0"/>
          <a:chExt cx="0" cy="0"/>
        </a:xfrm>
      </p:grpSpPr>
      <p:pic>
        <p:nvPicPr>
          <p:cNvPr id="6" name="Picture 2" descr="http://www.stryker.com/en-us/products/PatientHandlingEMSandEvacuationEquipment/Stretchers/GeneralPurposeTransportStretchers/PrimeSeriesStretchers/groups/public/documents/web_prod/da_14204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2036762"/>
            <a:ext cx="4757738"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 name="Picture 2" descr="ArjoHuntleigh Sliding Aids two caregivers with Bariatric patient MaxiSlides Sheet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14008" y="25"/>
            <a:ext cx="4048593" cy="227733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WheelChair Mover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95400" y="4407795"/>
            <a:ext cx="4495800" cy="2472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Shower trolley FORELLI"/>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16142" y="1140298"/>
            <a:ext cx="2751858" cy="3507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84746" y="-2"/>
            <a:ext cx="2817221"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105401" y="4292184"/>
            <a:ext cx="2772611"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916143" y="4221469"/>
            <a:ext cx="2751859" cy="263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4526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3B224-88E2-F769-410F-3080A268EAB4}"/>
              </a:ext>
            </a:extLst>
          </p:cNvPr>
          <p:cNvSpPr>
            <a:spLocks noGrp="1"/>
          </p:cNvSpPr>
          <p:nvPr>
            <p:ph type="title" idx="10"/>
          </p:nvPr>
        </p:nvSpPr>
        <p:spPr/>
        <p:txBody>
          <a:bodyPr/>
          <a:lstStyle/>
          <a:p>
            <a:r>
              <a:rPr lang="en-US"/>
              <a:t>100 pounds is not “light”</a:t>
            </a:r>
          </a:p>
        </p:txBody>
      </p:sp>
      <p:pic>
        <p:nvPicPr>
          <p:cNvPr id="11" name="Picture Placeholder 10">
            <a:extLst>
              <a:ext uri="{FF2B5EF4-FFF2-40B4-BE49-F238E27FC236}">
                <a16:creationId xmlns:a16="http://schemas.microsoft.com/office/drawing/2014/main" id="{4E824582-241F-F058-3D9E-7CCC86E88B42}"/>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751" r="2751"/>
          <a:stretch>
            <a:fillRect/>
          </a:stretch>
        </p:blipFill>
        <p:spPr>
          <a:prstGeom prst="roundRect">
            <a:avLst>
              <a:gd name="adj" fmla="val 5000"/>
            </a:avLst>
          </a:prstGeom>
        </p:spPr>
      </p:pic>
      <p:sp>
        <p:nvSpPr>
          <p:cNvPr id="4" name="TextBox 3">
            <a:extLst>
              <a:ext uri="{FF2B5EF4-FFF2-40B4-BE49-F238E27FC236}">
                <a16:creationId xmlns:a16="http://schemas.microsoft.com/office/drawing/2014/main" id="{48B59274-C080-9A1A-2231-FAFAAA4C80A8}"/>
              </a:ext>
            </a:extLst>
          </p:cNvPr>
          <p:cNvSpPr txBox="1"/>
          <p:nvPr/>
        </p:nvSpPr>
        <p:spPr>
          <a:xfrm>
            <a:off x="609600" y="1727200"/>
            <a:ext cx="5461000" cy="889000"/>
          </a:xfrm>
          <a:prstGeom prst="rect">
            <a:avLst/>
          </a:prstGeom>
          <a:noFill/>
        </p:spPr>
        <p:txBody>
          <a:bodyPr vert="horz" wrap="square" lIns="0" tIns="0" rIns="0" bIns="0" rtlCol="0" anchor="t">
            <a:noAutofit/>
          </a:bodyPr>
          <a:lstStyle/>
          <a:p>
            <a:r>
              <a:rPr lang="en-US" sz="1900">
                <a:solidFill>
                  <a:srgbClr val="1B365D"/>
                </a:solidFill>
                <a:latin typeface="Calibri" panose="020F0502020204030204" pitchFamily="34" charset="0"/>
              </a:rPr>
              <a:t>Health care workers are the ONLY occupation that believes 100 pounds is light!</a:t>
            </a:r>
          </a:p>
        </p:txBody>
      </p:sp>
      <p:sp>
        <p:nvSpPr>
          <p:cNvPr id="5" name="Rectangle: Rounded Corners 4">
            <a:extLst>
              <a:ext uri="{FF2B5EF4-FFF2-40B4-BE49-F238E27FC236}">
                <a16:creationId xmlns:a16="http://schemas.microsoft.com/office/drawing/2014/main" id="{999429D7-940F-29E4-C9A1-9DE2E5D17663}"/>
              </a:ext>
            </a:extLst>
          </p:cNvPr>
          <p:cNvSpPr/>
          <p:nvPr/>
        </p:nvSpPr>
        <p:spPr>
          <a:xfrm>
            <a:off x="609600" y="2870200"/>
            <a:ext cx="2603500" cy="2413000"/>
          </a:xfrm>
          <a:prstGeom prst="roundRect">
            <a:avLst>
              <a:gd name="adj" fmla="val 7000"/>
            </a:avLst>
          </a:prstGeom>
          <a:solidFill>
            <a:srgbClr val="FFFFFF"/>
          </a:solidFill>
          <a:ln w="12700" cap="flat" cmpd="sng" algn="ctr">
            <a:noFill/>
            <a:prstDash val="solid"/>
            <a:miter lim="800000"/>
          </a:ln>
          <a:effectLst>
            <a:outerShdw blurRad="152400" dist="38100" dir="5400000" rotWithShape="0">
              <a:srgbClr val="1B365D">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A846866-C385-19B9-06DE-9094C9819D39}"/>
              </a:ext>
            </a:extLst>
          </p:cNvPr>
          <p:cNvSpPr txBox="1"/>
          <p:nvPr/>
        </p:nvSpPr>
        <p:spPr>
          <a:xfrm>
            <a:off x="812800" y="3149600"/>
            <a:ext cx="2197100" cy="1905000"/>
          </a:xfrm>
          <a:prstGeom prst="rect">
            <a:avLst/>
          </a:prstGeom>
          <a:noFill/>
        </p:spPr>
        <p:txBody>
          <a:bodyPr vert="horz" wrap="square" lIns="0" tIns="0" rIns="0" bIns="0" rtlCol="0" anchor="t">
            <a:noAutofit/>
          </a:bodyPr>
          <a:lstStyle/>
          <a:p>
            <a:pPr algn="ctr"/>
            <a:r>
              <a:rPr lang="en-US" sz="5000" b="1">
                <a:solidFill>
                  <a:srgbClr val="B8322A"/>
                </a:solidFill>
                <a:latin typeface="Calibri" panose="020F0502020204030204" pitchFamily="34" charset="0"/>
              </a:rPr>
              <a:t>100 lb</a:t>
            </a:r>
          </a:p>
          <a:p>
            <a:pPr algn="ctr"/>
            <a:r>
              <a:rPr lang="en-US" sz="1500">
                <a:solidFill>
                  <a:srgbClr val="26313D"/>
                </a:solidFill>
                <a:latin typeface="Calibri" panose="020F0502020204030204" pitchFamily="34" charset="0"/>
              </a:rPr>
              <a:t>what we often try to lift manually</a:t>
            </a:r>
          </a:p>
        </p:txBody>
      </p:sp>
      <p:sp>
        <p:nvSpPr>
          <p:cNvPr id="7" name="Rectangle: Rounded Corners 6">
            <a:extLst>
              <a:ext uri="{FF2B5EF4-FFF2-40B4-BE49-F238E27FC236}">
                <a16:creationId xmlns:a16="http://schemas.microsoft.com/office/drawing/2014/main" id="{3FA50037-C1B9-5A81-7EB3-4EA917641BC7}"/>
              </a:ext>
            </a:extLst>
          </p:cNvPr>
          <p:cNvSpPr/>
          <p:nvPr/>
        </p:nvSpPr>
        <p:spPr>
          <a:xfrm>
            <a:off x="3467100" y="2870200"/>
            <a:ext cx="2603500" cy="2413000"/>
          </a:xfrm>
          <a:prstGeom prst="roundRect">
            <a:avLst>
              <a:gd name="adj" fmla="val 7000"/>
            </a:avLst>
          </a:prstGeom>
          <a:solidFill>
            <a:srgbClr val="1B36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4A53481-0384-6BC4-A0C3-C9735E51ACBF}"/>
              </a:ext>
            </a:extLst>
          </p:cNvPr>
          <p:cNvSpPr txBox="1"/>
          <p:nvPr/>
        </p:nvSpPr>
        <p:spPr>
          <a:xfrm>
            <a:off x="3670300" y="3149600"/>
            <a:ext cx="2197100" cy="1905000"/>
          </a:xfrm>
          <a:prstGeom prst="rect">
            <a:avLst/>
          </a:prstGeom>
          <a:noFill/>
        </p:spPr>
        <p:txBody>
          <a:bodyPr vert="horz" wrap="square" lIns="0" tIns="0" rIns="0" bIns="0" rtlCol="0" anchor="t">
            <a:noAutofit/>
          </a:bodyPr>
          <a:lstStyle/>
          <a:p>
            <a:pPr algn="ctr"/>
            <a:r>
              <a:rPr lang="en-US" sz="5000" b="1">
                <a:solidFill>
                  <a:srgbClr val="F2B33D"/>
                </a:solidFill>
                <a:latin typeface="Calibri" panose="020F0502020204030204" pitchFamily="34" charset="0"/>
              </a:rPr>
              <a:t>35 lb</a:t>
            </a:r>
          </a:p>
          <a:p>
            <a:pPr algn="ctr"/>
            <a:r>
              <a:rPr lang="en-US" sz="1500">
                <a:solidFill>
                  <a:srgbClr val="FFFFFF"/>
                </a:solidFill>
                <a:latin typeface="Calibri" panose="020F0502020204030204" pitchFamily="34" charset="0"/>
              </a:rPr>
              <a:t>the safe limit for lifting patient weight</a:t>
            </a:r>
          </a:p>
        </p:txBody>
      </p:sp>
      <p:sp>
        <p:nvSpPr>
          <p:cNvPr id="9" name="TextBox 8">
            <a:extLst>
              <a:ext uri="{FF2B5EF4-FFF2-40B4-BE49-F238E27FC236}">
                <a16:creationId xmlns:a16="http://schemas.microsoft.com/office/drawing/2014/main" id="{60A8CF11-756F-71CC-AE89-974E525446BE}"/>
              </a:ext>
            </a:extLst>
          </p:cNvPr>
          <p:cNvSpPr txBox="1"/>
          <p:nvPr/>
        </p:nvSpPr>
        <p:spPr>
          <a:xfrm>
            <a:off x="609600" y="5537200"/>
            <a:ext cx="5461000" cy="6350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Anything over 35 lb, or any move that needs excessive force: use the equipment.</a:t>
            </a:r>
          </a:p>
        </p:txBody>
      </p:sp>
    </p:spTree>
    <p:extLst>
      <p:ext uri="{BB962C8B-B14F-4D97-AF65-F5344CB8AC3E}">
        <p14:creationId xmlns:p14="http://schemas.microsoft.com/office/powerpoint/2010/main" val="1869287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A846-4172-7438-CCDD-AAA00E01ECDA}"/>
              </a:ext>
            </a:extLst>
          </p:cNvPr>
          <p:cNvSpPr>
            <a:spLocks noGrp="1"/>
          </p:cNvSpPr>
          <p:nvPr>
            <p:ph type="title" idx="10"/>
          </p:nvPr>
        </p:nvSpPr>
        <p:spPr/>
        <p:txBody>
          <a:bodyPr/>
          <a:lstStyle/>
          <a:p>
            <a:r>
              <a:rPr lang="en-US"/>
              <a:t>Take the time</a:t>
            </a:r>
          </a:p>
        </p:txBody>
      </p:sp>
      <p:pic>
        <p:nvPicPr>
          <p:cNvPr id="14" name="Picture Placeholder 13">
            <a:extLst>
              <a:ext uri="{FF2B5EF4-FFF2-40B4-BE49-F238E27FC236}">
                <a16:creationId xmlns:a16="http://schemas.microsoft.com/office/drawing/2014/main" id="{92C9381E-973A-D114-AC82-5DDFB02873D2}"/>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751" r="2751"/>
          <a:stretch>
            <a:fillRect/>
          </a:stretch>
        </p:blipFill>
        <p:spPr>
          <a:prstGeom prst="roundRect">
            <a:avLst>
              <a:gd name="adj" fmla="val 5000"/>
            </a:avLst>
          </a:prstGeom>
        </p:spPr>
      </p:pic>
      <p:sp>
        <p:nvSpPr>
          <p:cNvPr id="4" name="TextBox 3">
            <a:extLst>
              <a:ext uri="{FF2B5EF4-FFF2-40B4-BE49-F238E27FC236}">
                <a16:creationId xmlns:a16="http://schemas.microsoft.com/office/drawing/2014/main" id="{443CC809-2E0B-E22F-6BA7-2DBF48BB5299}"/>
              </a:ext>
            </a:extLst>
          </p:cNvPr>
          <p:cNvSpPr txBox="1"/>
          <p:nvPr/>
        </p:nvSpPr>
        <p:spPr>
          <a:xfrm>
            <a:off x="609600" y="1676400"/>
            <a:ext cx="5461000" cy="889000"/>
          </a:xfrm>
          <a:prstGeom prst="rect">
            <a:avLst/>
          </a:prstGeom>
          <a:noFill/>
        </p:spPr>
        <p:txBody>
          <a:bodyPr vert="horz" wrap="square" lIns="0" tIns="0" rIns="0" bIns="0" rtlCol="0" anchor="t">
            <a:noAutofit/>
          </a:bodyPr>
          <a:lstStyle/>
          <a:p>
            <a:r>
              <a:rPr lang="en-US" sz="2200" b="1">
                <a:solidFill>
                  <a:srgbClr val="1B365D"/>
                </a:solidFill>
                <a:latin typeface="Calibri" panose="020F0502020204030204" pitchFamily="34" charset="0"/>
              </a:rPr>
              <a:t>Use the Safe Patient Handling equipment to SAVE YOUR SPINE.</a:t>
            </a:r>
          </a:p>
        </p:txBody>
      </p:sp>
      <p:sp>
        <p:nvSpPr>
          <p:cNvPr id="5" name="Oval 4">
            <a:extLst>
              <a:ext uri="{FF2B5EF4-FFF2-40B4-BE49-F238E27FC236}">
                <a16:creationId xmlns:a16="http://schemas.microsoft.com/office/drawing/2014/main" id="{107A181A-74B6-B764-EA5E-88F0980C6BDA}"/>
              </a:ext>
            </a:extLst>
          </p:cNvPr>
          <p:cNvSpPr/>
          <p:nvPr/>
        </p:nvSpPr>
        <p:spPr>
          <a:xfrm>
            <a:off x="609600" y="2717800"/>
            <a:ext cx="558800" cy="5588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2F48963F-D045-0B82-FCAD-4F485A13BF64}"/>
              </a:ext>
            </a:extLst>
          </p:cNvPr>
          <p:cNvSpPr txBox="1"/>
          <p:nvPr/>
        </p:nvSpPr>
        <p:spPr>
          <a:xfrm>
            <a:off x="1346200" y="2730500"/>
            <a:ext cx="4724400" cy="7620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Plan the move</a:t>
            </a:r>
          </a:p>
          <a:p>
            <a:r>
              <a:rPr lang="en-US" sz="1500">
                <a:solidFill>
                  <a:srgbClr val="26313D"/>
                </a:solidFill>
                <a:latin typeface="Calibri" panose="020F0502020204030204" pitchFamily="34" charset="0"/>
              </a:rPr>
              <a:t>Assess the patient and the task before you start.</a:t>
            </a:r>
          </a:p>
        </p:txBody>
      </p:sp>
      <p:sp>
        <p:nvSpPr>
          <p:cNvPr id="7" name="Oval 6">
            <a:extLst>
              <a:ext uri="{FF2B5EF4-FFF2-40B4-BE49-F238E27FC236}">
                <a16:creationId xmlns:a16="http://schemas.microsoft.com/office/drawing/2014/main" id="{2DC184E4-513E-1DBD-B7F4-F7FF2868AB82}"/>
              </a:ext>
            </a:extLst>
          </p:cNvPr>
          <p:cNvSpPr/>
          <p:nvPr/>
        </p:nvSpPr>
        <p:spPr>
          <a:xfrm>
            <a:off x="609600" y="3606800"/>
            <a:ext cx="558800" cy="5588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7F270914-7927-BC64-F633-69CC06DAD191}"/>
              </a:ext>
            </a:extLst>
          </p:cNvPr>
          <p:cNvSpPr txBox="1"/>
          <p:nvPr/>
        </p:nvSpPr>
        <p:spPr>
          <a:xfrm>
            <a:off x="1346200" y="3619500"/>
            <a:ext cx="4724400" cy="7620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Use the equipment</a:t>
            </a:r>
          </a:p>
          <a:p>
            <a:r>
              <a:rPr lang="en-US" sz="1500">
                <a:solidFill>
                  <a:srgbClr val="26313D"/>
                </a:solidFill>
                <a:latin typeface="Calibri" panose="020F0502020204030204" pitchFamily="34" charset="0"/>
              </a:rPr>
              <a:t>Lifts, slings and transfer aids, every time.</a:t>
            </a:r>
          </a:p>
        </p:txBody>
      </p:sp>
      <p:sp>
        <p:nvSpPr>
          <p:cNvPr id="9" name="Oval 8">
            <a:extLst>
              <a:ext uri="{FF2B5EF4-FFF2-40B4-BE49-F238E27FC236}">
                <a16:creationId xmlns:a16="http://schemas.microsoft.com/office/drawing/2014/main" id="{89406D0E-5F1C-F058-4835-2BD4C7D78A64}"/>
              </a:ext>
            </a:extLst>
          </p:cNvPr>
          <p:cNvSpPr/>
          <p:nvPr/>
        </p:nvSpPr>
        <p:spPr>
          <a:xfrm>
            <a:off x="609600" y="4495800"/>
            <a:ext cx="558800" cy="558800"/>
          </a:xfrm>
          <a:prstGeom prst="ellipse">
            <a:avLst/>
          </a:prstGeom>
          <a:solidFill>
            <a:srgbClr val="2389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3</a:t>
            </a:r>
          </a:p>
        </p:txBody>
      </p:sp>
      <p:sp>
        <p:nvSpPr>
          <p:cNvPr id="10" name="TextBox 9">
            <a:extLst>
              <a:ext uri="{FF2B5EF4-FFF2-40B4-BE49-F238E27FC236}">
                <a16:creationId xmlns:a16="http://schemas.microsoft.com/office/drawing/2014/main" id="{56523D8F-B66A-BB24-28FC-8E5E76D06D05}"/>
              </a:ext>
            </a:extLst>
          </p:cNvPr>
          <p:cNvSpPr txBox="1"/>
          <p:nvPr/>
        </p:nvSpPr>
        <p:spPr>
          <a:xfrm>
            <a:off x="1346200" y="4508500"/>
            <a:ext cx="4724400" cy="7620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Ask for help</a:t>
            </a:r>
          </a:p>
          <a:p>
            <a:r>
              <a:rPr lang="en-US" sz="1500">
                <a:solidFill>
                  <a:srgbClr val="26313D"/>
                </a:solidFill>
                <a:latin typeface="Calibri" panose="020F0502020204030204" pitchFamily="34" charset="0"/>
              </a:rPr>
              <a:t>Get the right number of people and your Unit Peer Leader.</a:t>
            </a:r>
          </a:p>
        </p:txBody>
      </p:sp>
      <p:sp>
        <p:nvSpPr>
          <p:cNvPr id="11" name="Rectangle: Rounded Corners 10">
            <a:extLst>
              <a:ext uri="{FF2B5EF4-FFF2-40B4-BE49-F238E27FC236}">
                <a16:creationId xmlns:a16="http://schemas.microsoft.com/office/drawing/2014/main" id="{21CA5649-0DD9-19A2-B4F5-1AE035BE18B9}"/>
              </a:ext>
            </a:extLst>
          </p:cNvPr>
          <p:cNvSpPr/>
          <p:nvPr/>
        </p:nvSpPr>
        <p:spPr>
          <a:xfrm>
            <a:off x="609600" y="5410200"/>
            <a:ext cx="5461000" cy="812800"/>
          </a:xfrm>
          <a:prstGeom prst="roundRect">
            <a:avLst>
              <a:gd name="adj" fmla="val 7000"/>
            </a:avLst>
          </a:prstGeom>
          <a:solidFill>
            <a:srgbClr val="F2B3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38A87C0-CF44-1F45-4C11-836ABE18B66D}"/>
              </a:ext>
            </a:extLst>
          </p:cNvPr>
          <p:cNvSpPr txBox="1"/>
          <p:nvPr/>
        </p:nvSpPr>
        <p:spPr>
          <a:xfrm>
            <a:off x="838200" y="5410200"/>
            <a:ext cx="5080000" cy="812800"/>
          </a:xfrm>
          <a:prstGeom prst="rect">
            <a:avLst/>
          </a:prstGeom>
          <a:noFill/>
        </p:spPr>
        <p:txBody>
          <a:bodyPr vert="horz" wrap="square" lIns="0" tIns="0" rIns="0" bIns="0" rtlCol="0" anchor="ctr">
            <a:noAutofit/>
          </a:bodyPr>
          <a:lstStyle/>
          <a:p>
            <a:r>
              <a:rPr lang="en-US" b="1">
                <a:solidFill>
                  <a:srgbClr val="1B365D"/>
                </a:solidFill>
                <a:latin typeface="Calibri" panose="020F0502020204030204" pitchFamily="34" charset="0"/>
              </a:rPr>
              <a:t>REMEMBER: Do not lift more than 35 lb of patient weight!</a:t>
            </a:r>
          </a:p>
        </p:txBody>
      </p:sp>
    </p:spTree>
    <p:extLst>
      <p:ext uri="{BB962C8B-B14F-4D97-AF65-F5344CB8AC3E}">
        <p14:creationId xmlns:p14="http://schemas.microsoft.com/office/powerpoint/2010/main" val="2392673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00816-187E-A3F7-FCB3-B750BD93058E}"/>
              </a:ext>
            </a:extLst>
          </p:cNvPr>
          <p:cNvSpPr>
            <a:spLocks noGrp="1"/>
          </p:cNvSpPr>
          <p:nvPr>
            <p:ph type="title" idx="10"/>
          </p:nvPr>
        </p:nvSpPr>
        <p:spPr/>
        <p:txBody>
          <a:bodyPr/>
          <a:lstStyle/>
          <a:p>
            <a:r>
              <a:rPr lang="en-US"/>
              <a:t>Thank you</a:t>
            </a:r>
          </a:p>
        </p:txBody>
      </p:sp>
      <p:sp>
        <p:nvSpPr>
          <p:cNvPr id="4" name="TextBox 3">
            <a:extLst>
              <a:ext uri="{FF2B5EF4-FFF2-40B4-BE49-F238E27FC236}">
                <a16:creationId xmlns:a16="http://schemas.microsoft.com/office/drawing/2014/main" id="{4333EECA-8E88-89B8-EBD0-E4C991E82177}"/>
              </a:ext>
            </a:extLst>
          </p:cNvPr>
          <p:cNvSpPr txBox="1"/>
          <p:nvPr/>
        </p:nvSpPr>
        <p:spPr>
          <a:xfrm>
            <a:off x="609600" y="4191000"/>
            <a:ext cx="5334000" cy="1651000"/>
          </a:xfrm>
          <a:prstGeom prst="rect">
            <a:avLst/>
          </a:prstGeom>
          <a:noFill/>
        </p:spPr>
        <p:txBody>
          <a:bodyPr vert="horz" wrap="square" lIns="0" tIns="0" rIns="0" bIns="0" rtlCol="0" anchor="t">
            <a:noAutofit/>
          </a:bodyPr>
          <a:lstStyle/>
          <a:p>
            <a:pPr>
              <a:spcAft>
                <a:spcPts val="400"/>
              </a:spcAft>
            </a:pPr>
            <a:r>
              <a:rPr lang="en-US" sz="2400" b="1">
                <a:solidFill>
                  <a:srgbClr val="F2B33D"/>
                </a:solidFill>
                <a:latin typeface="Calibri" panose="020F0502020204030204" pitchFamily="34" charset="0"/>
              </a:rPr>
              <a:t>Questions?</a:t>
            </a:r>
          </a:p>
          <a:p>
            <a:pPr>
              <a:spcAft>
                <a:spcPts val="400"/>
              </a:spcAft>
            </a:pPr>
            <a:r>
              <a:rPr lang="en-US">
                <a:solidFill>
                  <a:srgbClr val="C9DBEF"/>
                </a:solidFill>
                <a:latin typeface="Calibri" panose="020F0502020204030204" pitchFamily="34" charset="0"/>
              </a:rPr>
              <a:t>Daniel Agbogidi, BSN, RN</a:t>
            </a:r>
          </a:p>
          <a:p>
            <a:pPr>
              <a:spcAft>
                <a:spcPts val="400"/>
              </a:spcAft>
            </a:pPr>
            <a:r>
              <a:rPr lang="en-US">
                <a:solidFill>
                  <a:srgbClr val="C9DBEF"/>
                </a:solidFill>
                <a:latin typeface="Calibri" panose="020F0502020204030204" pitchFamily="34" charset="0"/>
              </a:rPr>
              <a:t>SPHM Program Manager</a:t>
            </a:r>
          </a:p>
          <a:p>
            <a:pPr>
              <a:spcAft>
                <a:spcPts val="400"/>
              </a:spcAft>
            </a:pPr>
            <a:r>
              <a:rPr lang="en-US">
                <a:solidFill>
                  <a:srgbClr val="C9DBEF"/>
                </a:solidFill>
                <a:latin typeface="Calibri" panose="020F0502020204030204" pitchFamily="34" charset="0"/>
              </a:rPr>
              <a:t>VA Central California Health Care System</a:t>
            </a:r>
          </a:p>
        </p:txBody>
      </p:sp>
      <p:sp>
        <p:nvSpPr>
          <p:cNvPr id="5" name="Rectangle: Rounded Corners 4">
            <a:extLst>
              <a:ext uri="{FF2B5EF4-FFF2-40B4-BE49-F238E27FC236}">
                <a16:creationId xmlns:a16="http://schemas.microsoft.com/office/drawing/2014/main" id="{E1CEEDD1-9799-00B4-5CAE-B499D5756332}"/>
              </a:ext>
            </a:extLst>
          </p:cNvPr>
          <p:cNvSpPr/>
          <p:nvPr/>
        </p:nvSpPr>
        <p:spPr>
          <a:xfrm>
            <a:off x="7010400" y="965200"/>
            <a:ext cx="4064000" cy="4927600"/>
          </a:xfrm>
          <a:prstGeom prst="roundRect">
            <a:avLst>
              <a:gd name="adj" fmla="val 7000"/>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SPHM logo" descr="Safe Patient Handling logo: hands holding the VA seal, with the words Compassion, Care, Concern.">
            <a:extLst>
              <a:ext uri="{FF2B5EF4-FFF2-40B4-BE49-F238E27FC236}">
                <a16:creationId xmlns:a16="http://schemas.microsoft.com/office/drawing/2014/main" id="{9458DD9D-3B40-0F57-C026-779B3C5B8C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264400" y="1219200"/>
            <a:ext cx="3556000" cy="3276600"/>
          </a:xfrm>
          <a:prstGeom prst="rect">
            <a:avLst/>
          </a:prstGeom>
        </p:spPr>
      </p:pic>
      <p:sp>
        <p:nvSpPr>
          <p:cNvPr id="8" name="TextBox 7">
            <a:extLst>
              <a:ext uri="{FF2B5EF4-FFF2-40B4-BE49-F238E27FC236}">
                <a16:creationId xmlns:a16="http://schemas.microsoft.com/office/drawing/2014/main" id="{F58A11F3-7062-A87B-8929-96E368A82BD7}"/>
              </a:ext>
            </a:extLst>
          </p:cNvPr>
          <p:cNvSpPr txBox="1"/>
          <p:nvPr/>
        </p:nvSpPr>
        <p:spPr>
          <a:xfrm>
            <a:off x="7010400" y="4876800"/>
            <a:ext cx="4064000" cy="508000"/>
          </a:xfrm>
          <a:prstGeom prst="rect">
            <a:avLst/>
          </a:prstGeom>
          <a:noFill/>
        </p:spPr>
        <p:txBody>
          <a:bodyPr vert="horz" wrap="square" lIns="0" tIns="0" rIns="0" bIns="0" rtlCol="0" anchor="ctr">
            <a:noAutofit/>
          </a:bodyPr>
          <a:lstStyle/>
          <a:p>
            <a:pPr algn="ctr"/>
            <a:r>
              <a:rPr lang="en-US" b="1">
                <a:solidFill>
                  <a:srgbClr val="1B365D"/>
                </a:solidFill>
                <a:latin typeface="Calibri" panose="020F0502020204030204" pitchFamily="34" charset="0"/>
              </a:rPr>
              <a:t>Compassion · Care · Concern</a:t>
            </a:r>
          </a:p>
        </p:txBody>
      </p:sp>
    </p:spTree>
    <p:extLst>
      <p:ext uri="{BB962C8B-B14F-4D97-AF65-F5344CB8AC3E}">
        <p14:creationId xmlns:p14="http://schemas.microsoft.com/office/powerpoint/2010/main" val="2107725626"/>
      </p:ext>
    </p:extLst>
  </p:cSld>
  <p:clrMapOvr>
    <a:masterClrMapping/>
  </p:clrMapOvr>
</p:sld>
</file>

<file path=ppt/theme/theme1.xml><?xml version="1.0" encoding="utf-8"?>
<a:theme xmlns:a="http://schemas.openxmlformats.org/drawingml/2006/main" name="Office Theme">
  <a:themeElements>
    <a:clrScheme name="Blue">
      <a:dk1>
        <a:srgbClr val="26313D"/>
      </a:dk1>
      <a:lt1>
        <a:srgbClr val="FFFFFF"/>
      </a:lt1>
      <a:dk2>
        <a:srgbClr val="1B365D"/>
      </a:dk2>
      <a:lt2>
        <a:srgbClr val="E3EDF8"/>
      </a:lt2>
      <a:accent1>
        <a:srgbClr val="2F6DB5"/>
      </a:accent1>
      <a:accent2>
        <a:srgbClr val="23898F"/>
      </a:accent2>
      <a:accent3>
        <a:srgbClr val="F2B33D"/>
      </a:accent3>
      <a:accent4>
        <a:srgbClr val="7FB3E0"/>
      </a:accent4>
      <a:accent5>
        <a:srgbClr val="B8322A"/>
      </a:accent5>
      <a:accent6>
        <a:srgbClr val="5A6B7D"/>
      </a:accent6>
      <a:hlink>
        <a:srgbClr val="F49100"/>
      </a:hlink>
      <a:folHlink>
        <a:srgbClr val="85DFD0"/>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7144</TotalTime>
  <Words>3530</Words>
  <Application>Microsoft Office PowerPoint</Application>
  <PresentationFormat>Widescreen</PresentationFormat>
  <Paragraphs>195</Paragraphs>
  <Slides>19</Slides>
  <Notes>19</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SPHM is a national and local priority</vt:lpstr>
      <vt:lpstr>Video: ANA on safe patient handling and mobility</vt:lpstr>
      <vt:lpstr>VHA Directive 1611: what it requires</vt:lpstr>
      <vt:lpstr>A safer environment of care</vt:lpstr>
      <vt:lpstr>Caregiver injuries: why SPHM is needed</vt:lpstr>
      <vt:lpstr>Why staff are at high risk</vt:lpstr>
      <vt:lpstr>Half of U.S. adults could have obesity by 2030</vt:lpstr>
      <vt:lpstr>Bariatric patient handling</vt:lpstr>
      <vt:lpstr>What SPHM sets out to do</vt:lpstr>
      <vt:lpstr>What is the VA SPHM program?</vt:lpstr>
      <vt:lpstr>SPHM program elements</vt:lpstr>
      <vt:lpstr>PowerPoint Presentation</vt:lpstr>
      <vt:lpstr>Patient handling equipment &amp; aids</vt:lpstr>
      <vt:lpstr>PowerPoint Presentation</vt:lpstr>
      <vt:lpstr>PowerPoint Presentation</vt:lpstr>
      <vt:lpstr>100 pounds is not “light”</vt:lpstr>
      <vt:lpstr>Take the time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Safe Patient Handling and Mobility Program:  How it relates to you and your job</dc:title>
  <dc:creator>Nicoloudis, Paula</dc:creator>
  <cp:lastModifiedBy>Daniel Agbogidi</cp:lastModifiedBy>
  <cp:revision>22</cp:revision>
  <dcterms:created xsi:type="dcterms:W3CDTF">2021-09-21T19:59:03Z</dcterms:created>
  <dcterms:modified xsi:type="dcterms:W3CDTF">2026-10-06T04:43:19Z</dcterms:modified>
</cp:coreProperties>
</file>